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8" r:id="rId2"/>
  </p:sldMasterIdLst>
  <p:sldIdLst>
    <p:sldId id="256" r:id="rId3"/>
    <p:sldId id="268" r:id="rId4"/>
    <p:sldId id="274" r:id="rId5"/>
    <p:sldId id="257" r:id="rId6"/>
    <p:sldId id="258" r:id="rId7"/>
    <p:sldId id="259" r:id="rId8"/>
    <p:sldId id="260" r:id="rId9"/>
    <p:sldId id="261" r:id="rId10"/>
    <p:sldId id="262" r:id="rId11"/>
    <p:sldId id="263" r:id="rId12"/>
    <p:sldId id="264" r:id="rId13"/>
    <p:sldId id="275" r:id="rId14"/>
    <p:sldId id="269" r:id="rId15"/>
    <p:sldId id="265" r:id="rId16"/>
    <p:sldId id="271" r:id="rId17"/>
    <p:sldId id="272" r:id="rId18"/>
    <p:sldId id="266" r:id="rId19"/>
    <p:sldId id="270" r:id="rId2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2.png"/><Relationship Id="rId5" Type="http://schemas.openxmlformats.org/officeDocument/2006/relationships/image" Target="../media/image8.png"/><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9.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19.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8.png"/><Relationship Id="rId4"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8.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7.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2.png"/><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5.png"/><Relationship Id="rId4"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9.png"/><Relationship Id="rId5" Type="http://schemas.openxmlformats.org/officeDocument/2006/relationships/image" Target="../media/image6.png"/><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7.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3.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1.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3.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3.png"/></Relationships>
</file>

<file path=ppt/slideLayouts/_rels/slideLayout4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s://www.freepik.com/" TargetMode="External"/><Relationship Id="rId7" Type="http://schemas.openxmlformats.org/officeDocument/2006/relationships/image" Target="../media/image5.png"/><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3.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1.png"/><Relationship Id="rId4"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7" name="Google Shape;9;p2"/>
          <p:cNvPicPr/>
          <p:nvPr/>
        </p:nvPicPr>
        <p:blipFill>
          <a:blip r:embed="rId2"/>
          <a:stretch/>
        </p:blipFill>
        <p:spPr>
          <a:xfrm>
            <a:off x="5600880" y="2715840"/>
            <a:ext cx="4000320" cy="2295000"/>
          </a:xfrm>
          <a:prstGeom prst="rect">
            <a:avLst/>
          </a:prstGeom>
          <a:noFill/>
          <a:ln w="0">
            <a:noFill/>
          </a:ln>
        </p:spPr>
      </p:pic>
      <p:pic>
        <p:nvPicPr>
          <p:cNvPr id="8" name="Google Shape;10;p2"/>
          <p:cNvPicPr/>
          <p:nvPr/>
        </p:nvPicPr>
        <p:blipFill>
          <a:blip r:embed="rId3"/>
          <a:stretch/>
        </p:blipFill>
        <p:spPr>
          <a:xfrm>
            <a:off x="1295640" y="185040"/>
            <a:ext cx="3261960" cy="2530440"/>
          </a:xfrm>
          <a:prstGeom prst="rect">
            <a:avLst/>
          </a:prstGeom>
          <a:noFill/>
          <a:ln w="0">
            <a:noFill/>
          </a:ln>
        </p:spPr>
      </p:pic>
      <p:pic>
        <p:nvPicPr>
          <p:cNvPr id="2" name="Google Shape;11;p2"/>
          <p:cNvPicPr/>
          <p:nvPr/>
        </p:nvPicPr>
        <p:blipFill>
          <a:blip r:embed="rId4"/>
          <a:stretch/>
        </p:blipFill>
        <p:spPr>
          <a:xfrm>
            <a:off x="338040" y="-438120"/>
            <a:ext cx="2409480" cy="2333160"/>
          </a:xfrm>
          <a:prstGeom prst="rect">
            <a:avLst/>
          </a:prstGeom>
          <a:noFill/>
          <a:ln w="0">
            <a:noFill/>
          </a:ln>
        </p:spPr>
      </p:pic>
      <p:pic>
        <p:nvPicPr>
          <p:cNvPr id="3" name="Google Shape;12;p2"/>
          <p:cNvPicPr/>
          <p:nvPr/>
        </p:nvPicPr>
        <p:blipFill>
          <a:blip r:embed="rId5"/>
          <a:stretch/>
        </p:blipFill>
        <p:spPr>
          <a:xfrm rot="5400000">
            <a:off x="6911280" y="205920"/>
            <a:ext cx="4339440" cy="3111120"/>
          </a:xfrm>
          <a:prstGeom prst="rect">
            <a:avLst/>
          </a:prstGeom>
          <a:noFill/>
          <a:ln w="0">
            <a:noFill/>
          </a:ln>
        </p:spPr>
      </p:pic>
      <p:pic>
        <p:nvPicPr>
          <p:cNvPr id="4" name="Google Shape;13;p2"/>
          <p:cNvPicPr/>
          <p:nvPr/>
        </p:nvPicPr>
        <p:blipFill>
          <a:blip r:embed="rId6"/>
          <a:stretch/>
        </p:blipFill>
        <p:spPr>
          <a:xfrm rot="5400000">
            <a:off x="942120" y="2746440"/>
            <a:ext cx="1733400" cy="3947040"/>
          </a:xfrm>
          <a:prstGeom prst="rect">
            <a:avLst/>
          </a:prstGeom>
          <a:noFill/>
          <a:ln w="0">
            <a:noFill/>
          </a:ln>
        </p:spPr>
      </p:pic>
      <p:sp>
        <p:nvSpPr>
          <p:cNvPr id="5" name="PlaceHolder 1"/>
          <p:cNvSpPr>
            <a:spLocks noGrp="1"/>
          </p:cNvSpPr>
          <p:nvPr>
            <p:ph type="title"/>
          </p:nvPr>
        </p:nvSpPr>
        <p:spPr>
          <a:xfrm>
            <a:off x="953280" y="1452600"/>
            <a:ext cx="7237080" cy="1813680"/>
          </a:xfrm>
          <a:prstGeom prst="rect">
            <a:avLst/>
          </a:prstGeom>
          <a:noFill/>
          <a:ln w="0">
            <a:noFill/>
          </a:ln>
        </p:spPr>
        <p:txBody>
          <a:bodyPr lIns="91440" tIns="91440" rIns="91440" bIns="91440" anchor="t">
            <a:noAutofit/>
          </a:bodyPr>
          <a:lstStyle/>
          <a:p>
            <a:pPr indent="0">
              <a:buNone/>
            </a:pPr>
            <a:r>
              <a:rPr lang="fr-FR" sz="5200" b="0" u="none" strike="noStrike">
                <a:solidFill>
                  <a:schemeClr val="dk1"/>
                </a:solidFill>
                <a:effectLst/>
                <a:uFillTx/>
                <a:latin typeface="Arial"/>
              </a:rPr>
              <a:t>Click to edit the title text format</a:t>
            </a:r>
          </a:p>
        </p:txBody>
      </p:sp>
      <p:sp>
        <p:nvSpPr>
          <p:cNvPr id="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1763640" y="1623600"/>
            <a:ext cx="5616360" cy="1406520"/>
          </a:xfrm>
          <a:prstGeom prst="rect">
            <a:avLst/>
          </a:prstGeom>
          <a:noFill/>
          <a:ln w="0">
            <a:noFill/>
          </a:ln>
        </p:spPr>
        <p:txBody>
          <a:bodyPr lIns="91440" tIns="91440" rIns="91440" bIns="91440" anchor="t">
            <a:noAutofit/>
          </a:bodyPr>
          <a:lstStyle/>
          <a:p>
            <a:pPr indent="0" algn="ctr">
              <a:lnSpc>
                <a:spcPct val="100000"/>
              </a:lnSpc>
              <a:buNone/>
            </a:pPr>
            <a:r>
              <a:rPr lang="fr-FR" sz="9600" b="0" u="none" strike="noStrike">
                <a:solidFill>
                  <a:schemeClr val="dk1"/>
                </a:solidFill>
                <a:effectLst/>
                <a:uFillTx/>
                <a:latin typeface="DM Serif Display"/>
                <a:ea typeface="DM Serif Display"/>
              </a:rPr>
              <a:t>xx%</a:t>
            </a:r>
            <a:endParaRPr lang="fr-FR" sz="9600" b="0" u="none" strike="noStrike">
              <a:solidFill>
                <a:schemeClr val="dk1"/>
              </a:solidFill>
              <a:effectLst/>
              <a:uFillTx/>
              <a:latin typeface="Arial"/>
            </a:endParaRPr>
          </a:p>
        </p:txBody>
      </p:sp>
      <p:sp>
        <p:nvSpPr>
          <p:cNvPr id="8" name="PlaceHolder 2"/>
          <p:cNvSpPr>
            <a:spLocks noGrp="1"/>
          </p:cNvSpPr>
          <p:nvPr>
            <p:ph type="body"/>
          </p:nvPr>
        </p:nvSpPr>
        <p:spPr>
          <a:xfrm>
            <a:off x="1763640" y="3115080"/>
            <a:ext cx="5616360" cy="489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pic>
        <p:nvPicPr>
          <p:cNvPr id="9" name="Google Shape;74;p11"/>
          <p:cNvPicPr/>
          <p:nvPr/>
        </p:nvPicPr>
        <p:blipFill>
          <a:blip r:embed="rId2"/>
          <a:stretch/>
        </p:blipFill>
        <p:spPr>
          <a:xfrm rot="5400000">
            <a:off x="4921920" y="-318240"/>
            <a:ext cx="1392840" cy="1348920"/>
          </a:xfrm>
          <a:prstGeom prst="rect">
            <a:avLst/>
          </a:prstGeom>
          <a:noFill/>
          <a:ln w="0">
            <a:noFill/>
          </a:ln>
        </p:spPr>
      </p:pic>
      <p:pic>
        <p:nvPicPr>
          <p:cNvPr id="10" name="Google Shape;75;p11"/>
          <p:cNvPicPr/>
          <p:nvPr/>
        </p:nvPicPr>
        <p:blipFill>
          <a:blip r:embed="rId3"/>
          <a:stretch/>
        </p:blipFill>
        <p:spPr>
          <a:xfrm rot="16200000">
            <a:off x="49320" y="2964600"/>
            <a:ext cx="1840680" cy="1699560"/>
          </a:xfrm>
          <a:prstGeom prst="rect">
            <a:avLst/>
          </a:prstGeom>
          <a:noFill/>
          <a:ln w="0">
            <a:noFill/>
          </a:ln>
        </p:spPr>
      </p:pic>
      <p:pic>
        <p:nvPicPr>
          <p:cNvPr id="11" name="Google Shape;76;p11"/>
          <p:cNvPicPr/>
          <p:nvPr/>
        </p:nvPicPr>
        <p:blipFill>
          <a:blip r:embed="rId4"/>
          <a:stretch/>
        </p:blipFill>
        <p:spPr>
          <a:xfrm rot="531000">
            <a:off x="7412760" y="1140480"/>
            <a:ext cx="1571760" cy="3813120"/>
          </a:xfrm>
          <a:prstGeom prst="rect">
            <a:avLst/>
          </a:prstGeom>
          <a:noFill/>
          <a:ln w="0">
            <a:noFill/>
          </a:ln>
        </p:spPr>
      </p:pic>
      <p:pic>
        <p:nvPicPr>
          <p:cNvPr id="12" name="Google Shape;77;p11"/>
          <p:cNvPicPr/>
          <p:nvPr/>
        </p:nvPicPr>
        <p:blipFill>
          <a:blip r:embed="rId5"/>
          <a:stretch/>
        </p:blipFill>
        <p:spPr>
          <a:xfrm flipH="1">
            <a:off x="119880" y="3236400"/>
            <a:ext cx="1571760" cy="2036160"/>
          </a:xfrm>
          <a:prstGeom prst="rect">
            <a:avLst/>
          </a:prstGeom>
          <a:noFill/>
          <a:ln w="0">
            <a:noFill/>
          </a:ln>
        </p:spPr>
      </p:pic>
      <p:pic>
        <p:nvPicPr>
          <p:cNvPr id="13" name="Google Shape;78;p11"/>
          <p:cNvPicPr/>
          <p:nvPr/>
        </p:nvPicPr>
        <p:blipFill>
          <a:blip r:embed="rId6"/>
          <a:stretch/>
        </p:blipFill>
        <p:spPr>
          <a:xfrm rot="10800000">
            <a:off x="3244320" y="-456840"/>
            <a:ext cx="2372400" cy="1840680"/>
          </a:xfrm>
          <a:prstGeom prst="rect">
            <a:avLst/>
          </a:prstGeom>
          <a:noFill/>
          <a:ln w="0">
            <a:noFill/>
          </a:ln>
        </p:spPr>
      </p:pic>
      <p:pic>
        <p:nvPicPr>
          <p:cNvPr id="14" name="Google Shape;79;p11"/>
          <p:cNvPicPr/>
          <p:nvPr/>
        </p:nvPicPr>
        <p:blipFill>
          <a:blip r:embed="rId7"/>
          <a:stretch/>
        </p:blipFill>
        <p:spPr>
          <a:xfrm rot="16200000">
            <a:off x="6657120" y="2324520"/>
            <a:ext cx="2001960" cy="4559040"/>
          </a:xfrm>
          <a:prstGeom prst="rect">
            <a:avLst/>
          </a:prstGeom>
          <a:noFill/>
          <a:ln w="0">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6" name="PlaceHolder 2"/>
          <p:cNvSpPr>
            <a:spLocks noGrp="1"/>
          </p:cNvSpPr>
          <p:nvPr>
            <p:ph type="title"/>
          </p:nvPr>
        </p:nvSpPr>
        <p:spPr>
          <a:xfrm>
            <a:off x="1002240" y="1180080"/>
            <a:ext cx="1936080" cy="760320"/>
          </a:xfrm>
          <a:prstGeom prst="rect">
            <a:avLst/>
          </a:prstGeom>
          <a:noFill/>
          <a:ln w="0">
            <a:noFill/>
          </a:ln>
        </p:spPr>
        <p:txBody>
          <a:bodyPr lIns="91440" tIns="91440" rIns="91440" bIns="91440" anchor="t">
            <a:noAutofit/>
          </a:bodyPr>
          <a:lstStyle/>
          <a:p>
            <a:pPr indent="0" algn="ctr">
              <a:lnSpc>
                <a:spcPct val="100000"/>
              </a:lnSpc>
              <a:buNone/>
            </a:pPr>
            <a:r>
              <a:rPr lang="fr-FR" sz="4800" b="0" u="none" strike="noStrike">
                <a:solidFill>
                  <a:schemeClr val="dk1"/>
                </a:solidFill>
                <a:effectLst/>
                <a:uFillTx/>
                <a:latin typeface="DM Serif Display"/>
                <a:ea typeface="DM Serif Display"/>
              </a:rPr>
              <a:t>xx%</a:t>
            </a:r>
            <a:endParaRPr lang="fr-FR" sz="4800" b="0" u="none" strike="noStrike">
              <a:solidFill>
                <a:schemeClr val="dk1"/>
              </a:solidFill>
              <a:effectLst/>
              <a:uFillTx/>
              <a:latin typeface="Arial"/>
            </a:endParaRPr>
          </a:p>
        </p:txBody>
      </p:sp>
      <p:sp>
        <p:nvSpPr>
          <p:cNvPr id="17" name="PlaceHolder 3"/>
          <p:cNvSpPr>
            <a:spLocks noGrp="1"/>
          </p:cNvSpPr>
          <p:nvPr>
            <p:ph type="title"/>
          </p:nvPr>
        </p:nvSpPr>
        <p:spPr>
          <a:xfrm>
            <a:off x="713160" y="1825920"/>
            <a:ext cx="2514600" cy="389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8" name="PlaceHolder 4"/>
          <p:cNvSpPr>
            <a:spLocks noGrp="1"/>
          </p:cNvSpPr>
          <p:nvPr>
            <p:ph type="title"/>
          </p:nvPr>
        </p:nvSpPr>
        <p:spPr>
          <a:xfrm>
            <a:off x="3603600" y="1180080"/>
            <a:ext cx="1936080" cy="760320"/>
          </a:xfrm>
          <a:prstGeom prst="rect">
            <a:avLst/>
          </a:prstGeom>
          <a:noFill/>
          <a:ln w="0">
            <a:noFill/>
          </a:ln>
        </p:spPr>
        <p:txBody>
          <a:bodyPr lIns="91440" tIns="91440" rIns="91440" bIns="91440" anchor="t">
            <a:noAutofit/>
          </a:bodyPr>
          <a:lstStyle/>
          <a:p>
            <a:pPr indent="0" algn="ctr">
              <a:lnSpc>
                <a:spcPct val="100000"/>
              </a:lnSpc>
              <a:buNone/>
            </a:pPr>
            <a:r>
              <a:rPr lang="fr-FR" sz="4800" b="0" u="none" strike="noStrike">
                <a:solidFill>
                  <a:schemeClr val="dk1"/>
                </a:solidFill>
                <a:effectLst/>
                <a:uFillTx/>
                <a:latin typeface="DM Serif Display"/>
                <a:ea typeface="DM Serif Display"/>
              </a:rPr>
              <a:t>xx%</a:t>
            </a:r>
            <a:endParaRPr lang="fr-FR" sz="4800" b="0" u="none" strike="noStrike">
              <a:solidFill>
                <a:schemeClr val="dk1"/>
              </a:solidFill>
              <a:effectLst/>
              <a:uFillTx/>
              <a:latin typeface="Arial"/>
            </a:endParaRPr>
          </a:p>
        </p:txBody>
      </p:sp>
      <p:sp>
        <p:nvSpPr>
          <p:cNvPr id="19" name="PlaceHolder 5"/>
          <p:cNvSpPr>
            <a:spLocks noGrp="1"/>
          </p:cNvSpPr>
          <p:nvPr>
            <p:ph type="title"/>
          </p:nvPr>
        </p:nvSpPr>
        <p:spPr>
          <a:xfrm>
            <a:off x="3314520" y="1825920"/>
            <a:ext cx="2514600" cy="389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0" name="PlaceHolder 6"/>
          <p:cNvSpPr>
            <a:spLocks noGrp="1"/>
          </p:cNvSpPr>
          <p:nvPr>
            <p:ph type="title"/>
          </p:nvPr>
        </p:nvSpPr>
        <p:spPr>
          <a:xfrm>
            <a:off x="6204960" y="1180080"/>
            <a:ext cx="1936080" cy="760320"/>
          </a:xfrm>
          <a:prstGeom prst="rect">
            <a:avLst/>
          </a:prstGeom>
          <a:noFill/>
          <a:ln w="0">
            <a:noFill/>
          </a:ln>
        </p:spPr>
        <p:txBody>
          <a:bodyPr lIns="91440" tIns="91440" rIns="91440" bIns="91440" anchor="t">
            <a:noAutofit/>
          </a:bodyPr>
          <a:lstStyle/>
          <a:p>
            <a:pPr indent="0" algn="ctr">
              <a:lnSpc>
                <a:spcPct val="100000"/>
              </a:lnSpc>
              <a:buNone/>
            </a:pPr>
            <a:r>
              <a:rPr lang="fr-FR" sz="4800" b="0" u="none" strike="noStrike">
                <a:solidFill>
                  <a:schemeClr val="dk1"/>
                </a:solidFill>
                <a:effectLst/>
                <a:uFillTx/>
                <a:latin typeface="DM Serif Display"/>
                <a:ea typeface="DM Serif Display"/>
              </a:rPr>
              <a:t>xx%</a:t>
            </a:r>
            <a:endParaRPr lang="fr-FR" sz="4800" b="0" u="none" strike="noStrike">
              <a:solidFill>
                <a:schemeClr val="dk1"/>
              </a:solidFill>
              <a:effectLst/>
              <a:uFillTx/>
              <a:latin typeface="Arial"/>
            </a:endParaRPr>
          </a:p>
        </p:txBody>
      </p:sp>
      <p:sp>
        <p:nvSpPr>
          <p:cNvPr id="21" name="PlaceHolder 7"/>
          <p:cNvSpPr>
            <a:spLocks noGrp="1"/>
          </p:cNvSpPr>
          <p:nvPr>
            <p:ph type="title"/>
          </p:nvPr>
        </p:nvSpPr>
        <p:spPr>
          <a:xfrm>
            <a:off x="5915880" y="1825920"/>
            <a:ext cx="2514600" cy="389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2" name="PlaceHolder 8"/>
          <p:cNvSpPr>
            <a:spLocks noGrp="1"/>
          </p:cNvSpPr>
          <p:nvPr>
            <p:ph type="title"/>
          </p:nvPr>
        </p:nvSpPr>
        <p:spPr>
          <a:xfrm>
            <a:off x="2302920" y="2961360"/>
            <a:ext cx="1936080" cy="760320"/>
          </a:xfrm>
          <a:prstGeom prst="rect">
            <a:avLst/>
          </a:prstGeom>
          <a:noFill/>
          <a:ln w="0">
            <a:noFill/>
          </a:ln>
        </p:spPr>
        <p:txBody>
          <a:bodyPr lIns="91440" tIns="91440" rIns="91440" bIns="91440" anchor="t">
            <a:noAutofit/>
          </a:bodyPr>
          <a:lstStyle/>
          <a:p>
            <a:pPr indent="0" algn="ctr">
              <a:lnSpc>
                <a:spcPct val="100000"/>
              </a:lnSpc>
              <a:buNone/>
            </a:pPr>
            <a:r>
              <a:rPr lang="fr-FR" sz="4800" b="0" u="none" strike="noStrike">
                <a:solidFill>
                  <a:schemeClr val="dk1"/>
                </a:solidFill>
                <a:effectLst/>
                <a:uFillTx/>
                <a:latin typeface="DM Serif Display"/>
                <a:ea typeface="DM Serif Display"/>
              </a:rPr>
              <a:t>xx%</a:t>
            </a:r>
            <a:endParaRPr lang="fr-FR" sz="4800" b="0" u="none" strike="noStrike">
              <a:solidFill>
                <a:schemeClr val="dk1"/>
              </a:solidFill>
              <a:effectLst/>
              <a:uFillTx/>
              <a:latin typeface="Arial"/>
            </a:endParaRPr>
          </a:p>
        </p:txBody>
      </p:sp>
      <p:sp>
        <p:nvSpPr>
          <p:cNvPr id="23" name="PlaceHolder 9"/>
          <p:cNvSpPr>
            <a:spLocks noGrp="1"/>
          </p:cNvSpPr>
          <p:nvPr>
            <p:ph type="title"/>
          </p:nvPr>
        </p:nvSpPr>
        <p:spPr>
          <a:xfrm>
            <a:off x="2013840" y="3611880"/>
            <a:ext cx="251460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4" name="PlaceHolder 10"/>
          <p:cNvSpPr>
            <a:spLocks noGrp="1"/>
          </p:cNvSpPr>
          <p:nvPr>
            <p:ph type="title"/>
          </p:nvPr>
        </p:nvSpPr>
        <p:spPr>
          <a:xfrm>
            <a:off x="4904280" y="2961360"/>
            <a:ext cx="1936440" cy="760320"/>
          </a:xfrm>
          <a:prstGeom prst="rect">
            <a:avLst/>
          </a:prstGeom>
          <a:noFill/>
          <a:ln w="0">
            <a:noFill/>
          </a:ln>
        </p:spPr>
        <p:txBody>
          <a:bodyPr lIns="91440" tIns="91440" rIns="91440" bIns="91440" anchor="t">
            <a:noAutofit/>
          </a:bodyPr>
          <a:lstStyle/>
          <a:p>
            <a:pPr indent="0" algn="ctr">
              <a:lnSpc>
                <a:spcPct val="100000"/>
              </a:lnSpc>
              <a:buNone/>
            </a:pPr>
            <a:r>
              <a:rPr lang="fr-FR" sz="4800" b="0" u="none" strike="noStrike">
                <a:solidFill>
                  <a:schemeClr val="dk1"/>
                </a:solidFill>
                <a:effectLst/>
                <a:uFillTx/>
                <a:latin typeface="DM Serif Display"/>
                <a:ea typeface="DM Serif Display"/>
              </a:rPr>
              <a:t>xx%</a:t>
            </a:r>
            <a:endParaRPr lang="fr-FR" sz="4800" b="0" u="none" strike="noStrike">
              <a:solidFill>
                <a:schemeClr val="dk1"/>
              </a:solidFill>
              <a:effectLst/>
              <a:uFillTx/>
              <a:latin typeface="Arial"/>
            </a:endParaRPr>
          </a:p>
        </p:txBody>
      </p:sp>
      <p:sp>
        <p:nvSpPr>
          <p:cNvPr id="25" name="PlaceHolder 11"/>
          <p:cNvSpPr>
            <a:spLocks noGrp="1"/>
          </p:cNvSpPr>
          <p:nvPr>
            <p:ph type="title"/>
          </p:nvPr>
        </p:nvSpPr>
        <p:spPr>
          <a:xfrm>
            <a:off x="4615200" y="3611880"/>
            <a:ext cx="251460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26" name="Google Shape;98;p13"/>
          <p:cNvPicPr/>
          <p:nvPr/>
        </p:nvPicPr>
        <p:blipFill>
          <a:blip r:embed="rId2"/>
          <a:stretch/>
        </p:blipFill>
        <p:spPr>
          <a:xfrm rot="396000" flipH="1">
            <a:off x="-158040" y="-709560"/>
            <a:ext cx="1571760" cy="3812760"/>
          </a:xfrm>
          <a:prstGeom prst="rect">
            <a:avLst/>
          </a:prstGeom>
          <a:noFill/>
          <a:ln w="0">
            <a:noFill/>
          </a:ln>
        </p:spPr>
      </p:pic>
      <p:pic>
        <p:nvPicPr>
          <p:cNvPr id="27" name="Google Shape;99;p13"/>
          <p:cNvPicPr/>
          <p:nvPr/>
        </p:nvPicPr>
        <p:blipFill>
          <a:blip r:embed="rId3"/>
          <a:stretch/>
        </p:blipFill>
        <p:spPr>
          <a:xfrm flipH="1">
            <a:off x="-106560" y="3556800"/>
            <a:ext cx="1186920" cy="1537560"/>
          </a:xfrm>
          <a:prstGeom prst="rect">
            <a:avLst/>
          </a:prstGeom>
          <a:noFill/>
          <a:ln w="0">
            <a:noFill/>
          </a:ln>
        </p:spPr>
      </p:pic>
      <p:pic>
        <p:nvPicPr>
          <p:cNvPr id="28" name="Google Shape;100;p13"/>
          <p:cNvPicPr/>
          <p:nvPr/>
        </p:nvPicPr>
        <p:blipFill>
          <a:blip r:embed="rId4"/>
          <a:stretch/>
        </p:blipFill>
        <p:spPr>
          <a:xfrm rot="399000">
            <a:off x="8224560" y="801000"/>
            <a:ext cx="1889640" cy="4302720"/>
          </a:xfrm>
          <a:prstGeom prst="rect">
            <a:avLst/>
          </a:prstGeom>
          <a:noFill/>
          <a:ln w="0">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pic>
        <p:nvPicPr>
          <p:cNvPr id="29" name="Google Shape;102;p14"/>
          <p:cNvPicPr/>
          <p:nvPr/>
        </p:nvPicPr>
        <p:blipFill>
          <a:blip r:embed="rId2"/>
          <a:stretch/>
        </p:blipFill>
        <p:spPr>
          <a:xfrm rot="16200000">
            <a:off x="-547920" y="3673440"/>
            <a:ext cx="1840680" cy="1699560"/>
          </a:xfrm>
          <a:prstGeom prst="rect">
            <a:avLst/>
          </a:prstGeom>
          <a:noFill/>
          <a:ln w="0">
            <a:noFill/>
          </a:ln>
        </p:spPr>
      </p:pic>
      <p:pic>
        <p:nvPicPr>
          <p:cNvPr id="30" name="Google Shape;103;p14"/>
          <p:cNvPicPr/>
          <p:nvPr/>
        </p:nvPicPr>
        <p:blipFill>
          <a:blip r:embed="rId3"/>
          <a:stretch/>
        </p:blipFill>
        <p:spPr>
          <a:xfrm rot="531000">
            <a:off x="7412760" y="1140480"/>
            <a:ext cx="1571760" cy="3813120"/>
          </a:xfrm>
          <a:prstGeom prst="rect">
            <a:avLst/>
          </a:prstGeom>
          <a:noFill/>
          <a:ln w="0">
            <a:noFill/>
          </a:ln>
        </p:spPr>
      </p:pic>
      <p:pic>
        <p:nvPicPr>
          <p:cNvPr id="31" name="Google Shape;104;p14"/>
          <p:cNvPicPr/>
          <p:nvPr/>
        </p:nvPicPr>
        <p:blipFill>
          <a:blip r:embed="rId4"/>
          <a:stretch/>
        </p:blipFill>
        <p:spPr>
          <a:xfrm flipH="1">
            <a:off x="-477360" y="3945600"/>
            <a:ext cx="1571760" cy="2036160"/>
          </a:xfrm>
          <a:prstGeom prst="rect">
            <a:avLst/>
          </a:prstGeom>
          <a:noFill/>
          <a:ln w="0">
            <a:noFill/>
          </a:ln>
        </p:spPr>
      </p:pic>
      <p:pic>
        <p:nvPicPr>
          <p:cNvPr id="32" name="Google Shape;105;p14"/>
          <p:cNvPicPr/>
          <p:nvPr/>
        </p:nvPicPr>
        <p:blipFill>
          <a:blip r:embed="rId5"/>
          <a:stretch/>
        </p:blipFill>
        <p:spPr>
          <a:xfrm rot="10800000">
            <a:off x="-680760" y="-949680"/>
            <a:ext cx="2372400" cy="1840680"/>
          </a:xfrm>
          <a:prstGeom prst="rect">
            <a:avLst/>
          </a:prstGeom>
          <a:noFill/>
          <a:ln w="0">
            <a:noFill/>
          </a:ln>
        </p:spPr>
      </p:pic>
      <p:sp>
        <p:nvSpPr>
          <p:cNvPr id="33"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34" name="PlaceHolder 2"/>
          <p:cNvSpPr>
            <a:spLocks noGrp="1"/>
          </p:cNvSpPr>
          <p:nvPr>
            <p:ph type="title"/>
          </p:nvPr>
        </p:nvSpPr>
        <p:spPr>
          <a:xfrm>
            <a:off x="1955880" y="1156320"/>
            <a:ext cx="2446920" cy="760320"/>
          </a:xfrm>
          <a:prstGeom prst="rect">
            <a:avLst/>
          </a:prstGeom>
          <a:noFill/>
          <a:ln w="0">
            <a:noFill/>
          </a:ln>
        </p:spPr>
        <p:txBody>
          <a:bodyPr lIns="91440" tIns="91440" rIns="91440" bIns="91440" anchor="t">
            <a:noAutofit/>
          </a:bodyPr>
          <a:lstStyle/>
          <a:p>
            <a:pPr indent="0">
              <a:lnSpc>
                <a:spcPct val="100000"/>
              </a:lnSpc>
              <a:buNone/>
            </a:pPr>
            <a:r>
              <a:rPr lang="fr-FR" sz="4800" b="0" u="none" strike="noStrike">
                <a:solidFill>
                  <a:schemeClr val="dk1"/>
                </a:solidFill>
                <a:effectLst/>
                <a:uFillTx/>
                <a:latin typeface="DM Serif Display"/>
                <a:ea typeface="DM Serif Display"/>
              </a:rPr>
              <a:t>xx%</a:t>
            </a:r>
            <a:endParaRPr lang="fr-FR" sz="4800" b="0" u="none" strike="noStrike">
              <a:solidFill>
                <a:schemeClr val="dk1"/>
              </a:solidFill>
              <a:effectLst/>
              <a:uFillTx/>
              <a:latin typeface="Arial"/>
            </a:endParaRPr>
          </a:p>
        </p:txBody>
      </p:sp>
      <p:sp>
        <p:nvSpPr>
          <p:cNvPr id="35" name="PlaceHolder 3"/>
          <p:cNvSpPr>
            <a:spLocks noGrp="1"/>
          </p:cNvSpPr>
          <p:nvPr>
            <p:ph type="title"/>
          </p:nvPr>
        </p:nvSpPr>
        <p:spPr>
          <a:xfrm>
            <a:off x="1955880" y="1811520"/>
            <a:ext cx="2446920" cy="389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36" name="PlaceHolder 4"/>
          <p:cNvSpPr>
            <a:spLocks noGrp="1"/>
          </p:cNvSpPr>
          <p:nvPr>
            <p:ph type="title"/>
          </p:nvPr>
        </p:nvSpPr>
        <p:spPr>
          <a:xfrm>
            <a:off x="4740840" y="1156320"/>
            <a:ext cx="2446920" cy="760320"/>
          </a:xfrm>
          <a:prstGeom prst="rect">
            <a:avLst/>
          </a:prstGeom>
          <a:noFill/>
          <a:ln w="0">
            <a:noFill/>
          </a:ln>
        </p:spPr>
        <p:txBody>
          <a:bodyPr lIns="91440" tIns="91440" rIns="91440" bIns="91440" anchor="t">
            <a:noAutofit/>
          </a:bodyPr>
          <a:lstStyle/>
          <a:p>
            <a:pPr indent="0">
              <a:lnSpc>
                <a:spcPct val="100000"/>
              </a:lnSpc>
              <a:buNone/>
            </a:pPr>
            <a:r>
              <a:rPr lang="fr-FR" sz="4800" b="0" u="none" strike="noStrike">
                <a:solidFill>
                  <a:schemeClr val="dk1"/>
                </a:solidFill>
                <a:effectLst/>
                <a:uFillTx/>
                <a:latin typeface="DM Serif Display"/>
                <a:ea typeface="DM Serif Display"/>
              </a:rPr>
              <a:t>xx%</a:t>
            </a:r>
            <a:endParaRPr lang="fr-FR" sz="4800" b="0" u="none" strike="noStrike">
              <a:solidFill>
                <a:schemeClr val="dk1"/>
              </a:solidFill>
              <a:effectLst/>
              <a:uFillTx/>
              <a:latin typeface="Arial"/>
            </a:endParaRPr>
          </a:p>
        </p:txBody>
      </p:sp>
      <p:sp>
        <p:nvSpPr>
          <p:cNvPr id="37" name="PlaceHolder 5"/>
          <p:cNvSpPr>
            <a:spLocks noGrp="1"/>
          </p:cNvSpPr>
          <p:nvPr>
            <p:ph type="title"/>
          </p:nvPr>
        </p:nvSpPr>
        <p:spPr>
          <a:xfrm>
            <a:off x="4740840" y="1811520"/>
            <a:ext cx="2446920" cy="389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38" name="PlaceHolder 6"/>
          <p:cNvSpPr>
            <a:spLocks noGrp="1"/>
          </p:cNvSpPr>
          <p:nvPr>
            <p:ph type="title"/>
          </p:nvPr>
        </p:nvSpPr>
        <p:spPr>
          <a:xfrm>
            <a:off x="1955880" y="2932920"/>
            <a:ext cx="2446920" cy="760320"/>
          </a:xfrm>
          <a:prstGeom prst="rect">
            <a:avLst/>
          </a:prstGeom>
          <a:noFill/>
          <a:ln w="0">
            <a:noFill/>
          </a:ln>
        </p:spPr>
        <p:txBody>
          <a:bodyPr lIns="91440" tIns="91440" rIns="91440" bIns="91440" anchor="t">
            <a:noAutofit/>
          </a:bodyPr>
          <a:lstStyle/>
          <a:p>
            <a:pPr indent="0">
              <a:lnSpc>
                <a:spcPct val="100000"/>
              </a:lnSpc>
              <a:buNone/>
            </a:pPr>
            <a:r>
              <a:rPr lang="fr-FR" sz="4800" b="0" u="none" strike="noStrike">
                <a:solidFill>
                  <a:schemeClr val="dk1"/>
                </a:solidFill>
                <a:effectLst/>
                <a:uFillTx/>
                <a:latin typeface="DM Serif Display"/>
                <a:ea typeface="DM Serif Display"/>
              </a:rPr>
              <a:t>xx%</a:t>
            </a:r>
            <a:endParaRPr lang="fr-FR" sz="4800" b="0" u="none" strike="noStrike">
              <a:solidFill>
                <a:schemeClr val="dk1"/>
              </a:solidFill>
              <a:effectLst/>
              <a:uFillTx/>
              <a:latin typeface="Arial"/>
            </a:endParaRPr>
          </a:p>
        </p:txBody>
      </p:sp>
      <p:sp>
        <p:nvSpPr>
          <p:cNvPr id="39" name="PlaceHolder 7"/>
          <p:cNvSpPr>
            <a:spLocks noGrp="1"/>
          </p:cNvSpPr>
          <p:nvPr>
            <p:ph type="title"/>
          </p:nvPr>
        </p:nvSpPr>
        <p:spPr>
          <a:xfrm>
            <a:off x="1955880" y="3588120"/>
            <a:ext cx="2446920" cy="389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40" name="PlaceHolder 8"/>
          <p:cNvSpPr>
            <a:spLocks noGrp="1"/>
          </p:cNvSpPr>
          <p:nvPr>
            <p:ph type="title"/>
          </p:nvPr>
        </p:nvSpPr>
        <p:spPr>
          <a:xfrm>
            <a:off x="4740840" y="2932920"/>
            <a:ext cx="2446920" cy="760320"/>
          </a:xfrm>
          <a:prstGeom prst="rect">
            <a:avLst/>
          </a:prstGeom>
          <a:noFill/>
          <a:ln w="0">
            <a:noFill/>
          </a:ln>
        </p:spPr>
        <p:txBody>
          <a:bodyPr lIns="91440" tIns="91440" rIns="91440" bIns="91440" anchor="t">
            <a:noAutofit/>
          </a:bodyPr>
          <a:lstStyle/>
          <a:p>
            <a:pPr indent="0">
              <a:lnSpc>
                <a:spcPct val="100000"/>
              </a:lnSpc>
              <a:buNone/>
            </a:pPr>
            <a:r>
              <a:rPr lang="fr-FR" sz="4800" b="0" u="none" strike="noStrike">
                <a:solidFill>
                  <a:schemeClr val="dk1"/>
                </a:solidFill>
                <a:effectLst/>
                <a:uFillTx/>
                <a:latin typeface="DM Serif Display"/>
                <a:ea typeface="DM Serif Display"/>
              </a:rPr>
              <a:t>xx%</a:t>
            </a:r>
            <a:endParaRPr lang="fr-FR" sz="4800" b="0" u="none" strike="noStrike">
              <a:solidFill>
                <a:schemeClr val="dk1"/>
              </a:solidFill>
              <a:effectLst/>
              <a:uFillTx/>
              <a:latin typeface="Arial"/>
            </a:endParaRPr>
          </a:p>
        </p:txBody>
      </p:sp>
      <p:sp>
        <p:nvSpPr>
          <p:cNvPr id="41" name="PlaceHolder 9"/>
          <p:cNvSpPr>
            <a:spLocks noGrp="1"/>
          </p:cNvSpPr>
          <p:nvPr>
            <p:ph type="title"/>
          </p:nvPr>
        </p:nvSpPr>
        <p:spPr>
          <a:xfrm>
            <a:off x="4740840" y="3588120"/>
            <a:ext cx="2446920" cy="389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pic>
        <p:nvPicPr>
          <p:cNvPr id="42" name="Google Shape;120;p15"/>
          <p:cNvPicPr/>
          <p:nvPr/>
        </p:nvPicPr>
        <p:blipFill>
          <a:blip r:embed="rId2"/>
          <a:stretch/>
        </p:blipFill>
        <p:spPr>
          <a:xfrm rot="20934600">
            <a:off x="3600" y="-621720"/>
            <a:ext cx="1923840" cy="4667040"/>
          </a:xfrm>
          <a:prstGeom prst="rect">
            <a:avLst/>
          </a:prstGeom>
          <a:noFill/>
          <a:ln w="0">
            <a:noFill/>
          </a:ln>
        </p:spPr>
      </p:pic>
      <p:pic>
        <p:nvPicPr>
          <p:cNvPr id="43" name="Google Shape;121;p15"/>
          <p:cNvPicPr/>
          <p:nvPr/>
        </p:nvPicPr>
        <p:blipFill>
          <a:blip r:embed="rId3"/>
          <a:stretch/>
        </p:blipFill>
        <p:spPr>
          <a:xfrm rot="19960800">
            <a:off x="562680" y="1270080"/>
            <a:ext cx="2001960" cy="4559040"/>
          </a:xfrm>
          <a:prstGeom prst="rect">
            <a:avLst/>
          </a:prstGeom>
          <a:noFill/>
          <a:ln w="0">
            <a:noFill/>
          </a:ln>
        </p:spPr>
      </p:pic>
      <p:pic>
        <p:nvPicPr>
          <p:cNvPr id="44" name="Google Shape;122;p15"/>
          <p:cNvPicPr/>
          <p:nvPr/>
        </p:nvPicPr>
        <p:blipFill>
          <a:blip r:embed="rId4"/>
          <a:stretch/>
        </p:blipFill>
        <p:spPr>
          <a:xfrm rot="16200000">
            <a:off x="1727640" y="-460440"/>
            <a:ext cx="1840680" cy="1699560"/>
          </a:xfrm>
          <a:prstGeom prst="rect">
            <a:avLst/>
          </a:prstGeom>
          <a:noFill/>
          <a:ln w="0">
            <a:noFill/>
          </a:ln>
        </p:spPr>
      </p:pic>
      <p:pic>
        <p:nvPicPr>
          <p:cNvPr id="45" name="Google Shape;123;p15"/>
          <p:cNvPicPr/>
          <p:nvPr/>
        </p:nvPicPr>
        <p:blipFill>
          <a:blip r:embed="rId5"/>
          <a:stretch/>
        </p:blipFill>
        <p:spPr>
          <a:xfrm flipH="1">
            <a:off x="2027160" y="-188280"/>
            <a:ext cx="1571760" cy="2036160"/>
          </a:xfrm>
          <a:prstGeom prst="rect">
            <a:avLst/>
          </a:prstGeom>
          <a:noFill/>
          <a:ln w="0">
            <a:noFill/>
          </a:ln>
        </p:spPr>
      </p:pic>
      <p:sp>
        <p:nvSpPr>
          <p:cNvPr id="46" name="PlaceHolder 1"/>
          <p:cNvSpPr>
            <a:spLocks noGrp="1"/>
          </p:cNvSpPr>
          <p:nvPr>
            <p:ph type="title"/>
          </p:nvPr>
        </p:nvSpPr>
        <p:spPr>
          <a:xfrm>
            <a:off x="4654440" y="1442880"/>
            <a:ext cx="3776400" cy="648720"/>
          </a:xfrm>
          <a:prstGeom prst="rect">
            <a:avLst/>
          </a:prstGeom>
          <a:noFill/>
          <a:ln w="0">
            <a:noFill/>
          </a:ln>
        </p:spPr>
        <p:txBody>
          <a:bodyPr lIns="91440" tIns="91440" rIns="91440" bIns="91440" anchor="t">
            <a:noAutofit/>
          </a:bodyPr>
          <a:lstStyle/>
          <a:p>
            <a:pPr indent="0">
              <a:buNone/>
            </a:pPr>
            <a:r>
              <a:rPr lang="fr-FR" sz="4200" b="0" u="none" strike="noStrike">
                <a:solidFill>
                  <a:schemeClr val="dk1"/>
                </a:solidFill>
                <a:effectLst/>
                <a:uFillTx/>
                <a:latin typeface="Arial"/>
              </a:rPr>
              <a:t>Click to edit the title text format</a:t>
            </a:r>
          </a:p>
        </p:txBody>
      </p:sp>
      <p:pic>
        <p:nvPicPr>
          <p:cNvPr id="47" name="Google Shape;126;p15"/>
          <p:cNvPicPr/>
          <p:nvPr/>
        </p:nvPicPr>
        <p:blipFill>
          <a:blip r:embed="rId6"/>
          <a:stretch/>
        </p:blipFill>
        <p:spPr>
          <a:xfrm rot="7512000">
            <a:off x="1242000" y="4271760"/>
            <a:ext cx="2504160" cy="1436760"/>
          </a:xfrm>
          <a:prstGeom prst="rect">
            <a:avLst/>
          </a:prstGeom>
          <a:noFill/>
          <a:ln w="0">
            <a:noFill/>
          </a:ln>
        </p:spPr>
      </p:pic>
      <p:pic>
        <p:nvPicPr>
          <p:cNvPr id="48" name="Google Shape;127;p15"/>
          <p:cNvPicPr/>
          <p:nvPr/>
        </p:nvPicPr>
        <p:blipFill>
          <a:blip r:embed="rId7"/>
          <a:stretch/>
        </p:blipFill>
        <p:spPr>
          <a:xfrm rot="4512000">
            <a:off x="2521440" y="2056680"/>
            <a:ext cx="1697040" cy="1643400"/>
          </a:xfrm>
          <a:prstGeom prst="rect">
            <a:avLst/>
          </a:prstGeom>
          <a:noFill/>
          <a:ln w="0">
            <a:noFill/>
          </a:ln>
        </p:spPr>
      </p:pic>
      <p:pic>
        <p:nvPicPr>
          <p:cNvPr id="49" name="Google Shape;128;p15"/>
          <p:cNvPicPr/>
          <p:nvPr/>
        </p:nvPicPr>
        <p:blipFill>
          <a:blip r:embed="rId3"/>
          <a:stretch/>
        </p:blipFill>
        <p:spPr>
          <a:xfrm rot="19960800">
            <a:off x="1811160" y="-854640"/>
            <a:ext cx="2001960" cy="4559040"/>
          </a:xfrm>
          <a:prstGeom prst="rect">
            <a:avLst/>
          </a:prstGeom>
          <a:noFill/>
          <a:ln w="0">
            <a:noFill/>
          </a:ln>
        </p:spPr>
      </p:pic>
      <p:pic>
        <p:nvPicPr>
          <p:cNvPr id="50" name="Google Shape;129;p15"/>
          <p:cNvPicPr/>
          <p:nvPr/>
        </p:nvPicPr>
        <p:blipFill>
          <a:blip r:embed="rId5"/>
          <a:stretch/>
        </p:blipFill>
        <p:spPr>
          <a:xfrm flipH="1">
            <a:off x="-694800" y="3552840"/>
            <a:ext cx="1571760" cy="2036160"/>
          </a:xfrm>
          <a:prstGeom prst="rect">
            <a:avLst/>
          </a:prstGeom>
          <a:noFill/>
          <a:ln w="0">
            <a:noFill/>
          </a:ln>
        </p:spPr>
      </p:pic>
      <p:sp>
        <p:nvSpPr>
          <p:cNvPr id="51"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2166480" y="1905120"/>
            <a:ext cx="4810680" cy="84132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53" name="PlaceHolder 2"/>
          <p:cNvSpPr>
            <a:spLocks noGrp="1"/>
          </p:cNvSpPr>
          <p:nvPr>
            <p:ph type="title"/>
          </p:nvPr>
        </p:nvSpPr>
        <p:spPr>
          <a:xfrm>
            <a:off x="713160" y="1618920"/>
            <a:ext cx="1427400" cy="1378080"/>
          </a:xfrm>
          <a:prstGeom prst="rect">
            <a:avLst/>
          </a:prstGeom>
          <a:noFill/>
          <a:ln w="0">
            <a:noFill/>
          </a:ln>
        </p:spPr>
        <p:txBody>
          <a:bodyPr lIns="91440" tIns="91440" rIns="91440" bIns="91440" anchor="t">
            <a:noAutofit/>
          </a:bodyPr>
          <a:lstStyle/>
          <a:p>
            <a:pPr indent="0">
              <a:lnSpc>
                <a:spcPct val="100000"/>
              </a:lnSpc>
              <a:buNone/>
            </a:pPr>
            <a:r>
              <a:rPr lang="fr-FR" sz="9600" b="0" u="none" strike="noStrike">
                <a:solidFill>
                  <a:schemeClr val="dk1"/>
                </a:solidFill>
                <a:effectLst/>
                <a:uFillTx/>
                <a:latin typeface="DM Serif Display"/>
                <a:ea typeface="DM Serif Display"/>
              </a:rPr>
              <a:t>xx%</a:t>
            </a:r>
            <a:endParaRPr lang="fr-FR" sz="9600" b="0" u="none" strike="noStrike">
              <a:solidFill>
                <a:schemeClr val="dk1"/>
              </a:solidFill>
              <a:effectLst/>
              <a:uFillTx/>
              <a:latin typeface="Arial"/>
            </a:endParaRPr>
          </a:p>
        </p:txBody>
      </p:sp>
      <p:pic>
        <p:nvPicPr>
          <p:cNvPr id="54" name="Google Shape;134;p16"/>
          <p:cNvPicPr/>
          <p:nvPr/>
        </p:nvPicPr>
        <p:blipFill>
          <a:blip r:embed="rId2"/>
          <a:stretch/>
        </p:blipFill>
        <p:spPr>
          <a:xfrm rot="3883200">
            <a:off x="6338880" y="3279240"/>
            <a:ext cx="2568600" cy="1473840"/>
          </a:xfrm>
          <a:prstGeom prst="rect">
            <a:avLst/>
          </a:prstGeom>
          <a:noFill/>
          <a:ln w="0">
            <a:noFill/>
          </a:ln>
        </p:spPr>
      </p:pic>
      <p:pic>
        <p:nvPicPr>
          <p:cNvPr id="55" name="Google Shape;135;p16"/>
          <p:cNvPicPr/>
          <p:nvPr/>
        </p:nvPicPr>
        <p:blipFill>
          <a:blip r:embed="rId3"/>
          <a:stretch/>
        </p:blipFill>
        <p:spPr>
          <a:xfrm>
            <a:off x="8146440" y="1161720"/>
            <a:ext cx="1840680" cy="1782360"/>
          </a:xfrm>
          <a:prstGeom prst="rect">
            <a:avLst/>
          </a:prstGeom>
          <a:noFill/>
          <a:ln w="0">
            <a:noFill/>
          </a:ln>
        </p:spPr>
      </p:pic>
      <p:pic>
        <p:nvPicPr>
          <p:cNvPr id="56" name="Google Shape;136;p16"/>
          <p:cNvPicPr/>
          <p:nvPr/>
        </p:nvPicPr>
        <p:blipFill>
          <a:blip r:embed="rId4"/>
          <a:stretch/>
        </p:blipFill>
        <p:spPr>
          <a:xfrm rot="19960800">
            <a:off x="7913880" y="3060720"/>
            <a:ext cx="1733400" cy="3947040"/>
          </a:xfrm>
          <a:prstGeom prst="rect">
            <a:avLst/>
          </a:prstGeom>
          <a:noFill/>
          <a:ln w="0">
            <a:noFill/>
          </a:ln>
        </p:spPr>
      </p:pic>
      <p:pic>
        <p:nvPicPr>
          <p:cNvPr id="57" name="Google Shape;137;p16"/>
          <p:cNvPicPr/>
          <p:nvPr/>
        </p:nvPicPr>
        <p:blipFill>
          <a:blip r:embed="rId3"/>
          <a:stretch/>
        </p:blipFill>
        <p:spPr>
          <a:xfrm rot="5400000">
            <a:off x="6277320" y="637920"/>
            <a:ext cx="1392840" cy="1348920"/>
          </a:xfrm>
          <a:prstGeom prst="rect">
            <a:avLst/>
          </a:prstGeom>
          <a:noFill/>
          <a:ln w="0">
            <a:noFill/>
          </a:ln>
        </p:spPr>
      </p:pic>
      <p:pic>
        <p:nvPicPr>
          <p:cNvPr id="58" name="Google Shape;138;p16"/>
          <p:cNvPicPr/>
          <p:nvPr/>
        </p:nvPicPr>
        <p:blipFill>
          <a:blip r:embed="rId5"/>
          <a:stretch/>
        </p:blipFill>
        <p:spPr>
          <a:xfrm rot="7597200">
            <a:off x="4626000" y="-2541240"/>
            <a:ext cx="2386440" cy="4381200"/>
          </a:xfrm>
          <a:prstGeom prst="rect">
            <a:avLst/>
          </a:prstGeom>
          <a:noFill/>
          <a:ln w="0">
            <a:noFill/>
          </a:ln>
        </p:spPr>
      </p:pic>
      <p:pic>
        <p:nvPicPr>
          <p:cNvPr id="59" name="Google Shape;139;p16"/>
          <p:cNvPicPr/>
          <p:nvPr/>
        </p:nvPicPr>
        <p:blipFill>
          <a:blip r:embed="rId3"/>
          <a:stretch/>
        </p:blipFill>
        <p:spPr>
          <a:xfrm>
            <a:off x="-275760" y="978120"/>
            <a:ext cx="2416320" cy="2340000"/>
          </a:xfrm>
          <a:prstGeom prst="rect">
            <a:avLst/>
          </a:prstGeom>
          <a:noFill/>
          <a:ln w="0">
            <a:noFill/>
          </a:ln>
        </p:spPr>
      </p:pic>
      <p:pic>
        <p:nvPicPr>
          <p:cNvPr id="60" name="Google Shape;140;p16"/>
          <p:cNvPicPr/>
          <p:nvPr/>
        </p:nvPicPr>
        <p:blipFill>
          <a:blip r:embed="rId6"/>
          <a:stretch/>
        </p:blipFill>
        <p:spPr>
          <a:xfrm rot="17931000">
            <a:off x="930240" y="-1893600"/>
            <a:ext cx="2135880" cy="5181840"/>
          </a:xfrm>
          <a:prstGeom prst="rect">
            <a:avLst/>
          </a:prstGeom>
          <a:noFill/>
          <a:ln w="0">
            <a:noFill/>
          </a:ln>
        </p:spPr>
      </p:pic>
      <p:pic>
        <p:nvPicPr>
          <p:cNvPr id="61" name="Google Shape;141;p16"/>
          <p:cNvPicPr/>
          <p:nvPr/>
        </p:nvPicPr>
        <p:blipFill>
          <a:blip r:embed="rId4"/>
          <a:stretch/>
        </p:blipFill>
        <p:spPr>
          <a:xfrm rot="16443600">
            <a:off x="2909880" y="-1581840"/>
            <a:ext cx="2001960" cy="4559040"/>
          </a:xfrm>
          <a:prstGeom prst="rect">
            <a:avLst/>
          </a:prstGeom>
          <a:noFill/>
          <a:ln w="0">
            <a:noFill/>
          </a:ln>
        </p:spPr>
      </p:pic>
      <p:pic>
        <p:nvPicPr>
          <p:cNvPr id="62" name="Google Shape;142;p16"/>
          <p:cNvPicPr/>
          <p:nvPr/>
        </p:nvPicPr>
        <p:blipFill>
          <a:blip r:embed="rId4"/>
          <a:stretch/>
        </p:blipFill>
        <p:spPr>
          <a:xfrm rot="15956400" flipH="1">
            <a:off x="2952720" y="2577960"/>
            <a:ext cx="2001960" cy="4559040"/>
          </a:xfrm>
          <a:prstGeom prst="rect">
            <a:avLst/>
          </a:prstGeom>
          <a:noFill/>
          <a:ln w="0">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27">
    <p:bg>
      <p:bgPr>
        <a:solidFill>
          <a:schemeClr val="lt1"/>
        </a:solidFill>
        <a:effectLst/>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4227120" y="2501280"/>
            <a:ext cx="4203360" cy="84132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64" name="PlaceHolder 2"/>
          <p:cNvSpPr>
            <a:spLocks noGrp="1"/>
          </p:cNvSpPr>
          <p:nvPr>
            <p:ph type="title"/>
          </p:nvPr>
        </p:nvSpPr>
        <p:spPr>
          <a:xfrm>
            <a:off x="5159880" y="1138680"/>
            <a:ext cx="2337840" cy="1378080"/>
          </a:xfrm>
          <a:prstGeom prst="rect">
            <a:avLst/>
          </a:prstGeom>
          <a:noFill/>
          <a:ln w="0">
            <a:noFill/>
          </a:ln>
        </p:spPr>
        <p:txBody>
          <a:bodyPr lIns="91440" tIns="91440" rIns="91440" bIns="91440" anchor="t">
            <a:noAutofit/>
          </a:bodyPr>
          <a:lstStyle/>
          <a:p>
            <a:pPr indent="0" algn="ctr">
              <a:lnSpc>
                <a:spcPct val="100000"/>
              </a:lnSpc>
              <a:buNone/>
            </a:pPr>
            <a:r>
              <a:rPr lang="fr-FR" sz="9600" b="0" u="none" strike="noStrike">
                <a:solidFill>
                  <a:schemeClr val="dk1"/>
                </a:solidFill>
                <a:effectLst/>
                <a:uFillTx/>
                <a:latin typeface="DM Serif Display"/>
                <a:ea typeface="DM Serif Display"/>
              </a:rPr>
              <a:t>xx%</a:t>
            </a:r>
            <a:endParaRPr lang="fr-FR" sz="9600" b="0" u="none" strike="noStrike">
              <a:solidFill>
                <a:schemeClr val="dk1"/>
              </a:solidFill>
              <a:effectLst/>
              <a:uFillTx/>
              <a:latin typeface="Arial"/>
            </a:endParaRPr>
          </a:p>
        </p:txBody>
      </p:sp>
      <p:pic>
        <p:nvPicPr>
          <p:cNvPr id="65" name="Google Shape;147;p17"/>
          <p:cNvPicPr/>
          <p:nvPr/>
        </p:nvPicPr>
        <p:blipFill>
          <a:blip r:embed="rId2"/>
          <a:stretch/>
        </p:blipFill>
        <p:spPr>
          <a:xfrm rot="11465400" flipH="1">
            <a:off x="3600" y="1321920"/>
            <a:ext cx="1923840" cy="4667040"/>
          </a:xfrm>
          <a:prstGeom prst="rect">
            <a:avLst/>
          </a:prstGeom>
          <a:noFill/>
          <a:ln w="0">
            <a:noFill/>
          </a:ln>
        </p:spPr>
      </p:pic>
      <p:pic>
        <p:nvPicPr>
          <p:cNvPr id="66" name="Google Shape;148;p17"/>
          <p:cNvPicPr/>
          <p:nvPr/>
        </p:nvPicPr>
        <p:blipFill>
          <a:blip r:embed="rId3"/>
          <a:stretch/>
        </p:blipFill>
        <p:spPr>
          <a:xfrm rot="12439200" flipH="1">
            <a:off x="563040" y="-461520"/>
            <a:ext cx="2001960" cy="4559040"/>
          </a:xfrm>
          <a:prstGeom prst="rect">
            <a:avLst/>
          </a:prstGeom>
          <a:noFill/>
          <a:ln w="0">
            <a:noFill/>
          </a:ln>
        </p:spPr>
      </p:pic>
      <p:pic>
        <p:nvPicPr>
          <p:cNvPr id="67" name="Google Shape;149;p17"/>
          <p:cNvPicPr/>
          <p:nvPr/>
        </p:nvPicPr>
        <p:blipFill>
          <a:blip r:embed="rId4"/>
          <a:stretch/>
        </p:blipFill>
        <p:spPr>
          <a:xfrm rot="16200000" flipH="1">
            <a:off x="1727640" y="4128120"/>
            <a:ext cx="1840680" cy="1699560"/>
          </a:xfrm>
          <a:prstGeom prst="rect">
            <a:avLst/>
          </a:prstGeom>
          <a:noFill/>
          <a:ln w="0">
            <a:noFill/>
          </a:ln>
        </p:spPr>
      </p:pic>
      <p:pic>
        <p:nvPicPr>
          <p:cNvPr id="68" name="Google Shape;150;p17"/>
          <p:cNvPicPr/>
          <p:nvPr/>
        </p:nvPicPr>
        <p:blipFill>
          <a:blip r:embed="rId5"/>
          <a:stretch/>
        </p:blipFill>
        <p:spPr>
          <a:xfrm rot="10800000">
            <a:off x="2027160" y="3519360"/>
            <a:ext cx="1571760" cy="2036160"/>
          </a:xfrm>
          <a:prstGeom prst="rect">
            <a:avLst/>
          </a:prstGeom>
          <a:noFill/>
          <a:ln w="0">
            <a:noFill/>
          </a:ln>
        </p:spPr>
      </p:pic>
      <p:pic>
        <p:nvPicPr>
          <p:cNvPr id="69" name="Google Shape;151;p17"/>
          <p:cNvPicPr/>
          <p:nvPr/>
        </p:nvPicPr>
        <p:blipFill>
          <a:blip r:embed="rId6"/>
          <a:stretch/>
        </p:blipFill>
        <p:spPr>
          <a:xfrm rot="3288000" flipH="1">
            <a:off x="1242000" y="-340920"/>
            <a:ext cx="2504160" cy="1436760"/>
          </a:xfrm>
          <a:prstGeom prst="rect">
            <a:avLst/>
          </a:prstGeom>
          <a:noFill/>
          <a:ln w="0">
            <a:noFill/>
          </a:ln>
        </p:spPr>
      </p:pic>
      <p:pic>
        <p:nvPicPr>
          <p:cNvPr id="70" name="Google Shape;152;p17"/>
          <p:cNvPicPr/>
          <p:nvPr/>
        </p:nvPicPr>
        <p:blipFill>
          <a:blip r:embed="rId7"/>
          <a:stretch/>
        </p:blipFill>
        <p:spPr>
          <a:xfrm rot="6288000" flipH="1">
            <a:off x="2521440" y="1666800"/>
            <a:ext cx="1697040" cy="1643400"/>
          </a:xfrm>
          <a:prstGeom prst="rect">
            <a:avLst/>
          </a:prstGeom>
          <a:noFill/>
          <a:ln w="0">
            <a:noFill/>
          </a:ln>
        </p:spPr>
      </p:pic>
      <p:pic>
        <p:nvPicPr>
          <p:cNvPr id="71" name="Google Shape;153;p17"/>
          <p:cNvPicPr/>
          <p:nvPr/>
        </p:nvPicPr>
        <p:blipFill>
          <a:blip r:embed="rId3"/>
          <a:stretch/>
        </p:blipFill>
        <p:spPr>
          <a:xfrm rot="12439200" flipH="1">
            <a:off x="1811520" y="1663200"/>
            <a:ext cx="2001960" cy="4559040"/>
          </a:xfrm>
          <a:prstGeom prst="rect">
            <a:avLst/>
          </a:prstGeom>
          <a:noFill/>
          <a:ln w="0">
            <a:noFill/>
          </a:ln>
        </p:spPr>
      </p:pic>
      <p:pic>
        <p:nvPicPr>
          <p:cNvPr id="72" name="Google Shape;154;p17"/>
          <p:cNvPicPr/>
          <p:nvPr/>
        </p:nvPicPr>
        <p:blipFill>
          <a:blip r:embed="rId5"/>
          <a:stretch/>
        </p:blipFill>
        <p:spPr>
          <a:xfrm rot="10800000">
            <a:off x="-694800" y="-221760"/>
            <a:ext cx="1571760" cy="2036160"/>
          </a:xfrm>
          <a:prstGeom prst="rect">
            <a:avLst/>
          </a:prstGeom>
          <a:noFill/>
          <a:ln w="0">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3">
    <p:bg>
      <p:bgPr>
        <a:solidFill>
          <a:schemeClr val="lt1"/>
        </a:solidFill>
        <a:effectLst/>
      </p:bgPr>
    </p:bg>
    <p:spTree>
      <p:nvGrpSpPr>
        <p:cNvPr id="1" name=""/>
        <p:cNvGrpSpPr/>
        <p:nvPr/>
      </p:nvGrpSpPr>
      <p:grpSpPr>
        <a:xfrm>
          <a:off x="0" y="0"/>
          <a:ext cx="0" cy="0"/>
          <a:chOff x="0" y="0"/>
          <a:chExt cx="0" cy="0"/>
        </a:xfrm>
      </p:grpSpPr>
      <p:sp>
        <p:nvSpPr>
          <p:cNvPr id="73" name="PlaceHolder 1"/>
          <p:cNvSpPr>
            <a:spLocks noGrp="1"/>
          </p:cNvSpPr>
          <p:nvPr>
            <p:ph type="title"/>
          </p:nvPr>
        </p:nvSpPr>
        <p:spPr>
          <a:xfrm>
            <a:off x="713160" y="1950120"/>
            <a:ext cx="2537280" cy="4633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74"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75" name="PlaceHolder 3"/>
          <p:cNvSpPr>
            <a:spLocks noGrp="1"/>
          </p:cNvSpPr>
          <p:nvPr>
            <p:ph type="title"/>
          </p:nvPr>
        </p:nvSpPr>
        <p:spPr>
          <a:xfrm>
            <a:off x="5893200" y="2888640"/>
            <a:ext cx="253728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76" name="Google Shape;161;p18"/>
          <p:cNvPicPr/>
          <p:nvPr/>
        </p:nvPicPr>
        <p:blipFill>
          <a:blip r:embed="rId2"/>
          <a:stretch/>
        </p:blipFill>
        <p:spPr>
          <a:xfrm rot="5400000">
            <a:off x="7734600" y="980640"/>
            <a:ext cx="1392840" cy="1348920"/>
          </a:xfrm>
          <a:prstGeom prst="rect">
            <a:avLst/>
          </a:prstGeom>
          <a:noFill/>
          <a:ln w="0">
            <a:noFill/>
          </a:ln>
        </p:spPr>
      </p:pic>
      <p:pic>
        <p:nvPicPr>
          <p:cNvPr id="77" name="Google Shape;162;p18"/>
          <p:cNvPicPr/>
          <p:nvPr/>
        </p:nvPicPr>
        <p:blipFill>
          <a:blip r:embed="rId3"/>
          <a:stretch/>
        </p:blipFill>
        <p:spPr>
          <a:xfrm rot="16200000">
            <a:off x="-1800" y="3754440"/>
            <a:ext cx="1840680" cy="1699560"/>
          </a:xfrm>
          <a:prstGeom prst="rect">
            <a:avLst/>
          </a:prstGeom>
          <a:noFill/>
          <a:ln w="0">
            <a:noFill/>
          </a:ln>
        </p:spPr>
      </p:pic>
      <p:pic>
        <p:nvPicPr>
          <p:cNvPr id="78" name="Google Shape;163;p18"/>
          <p:cNvPicPr/>
          <p:nvPr/>
        </p:nvPicPr>
        <p:blipFill>
          <a:blip r:embed="rId4"/>
          <a:stretch/>
        </p:blipFill>
        <p:spPr>
          <a:xfrm rot="10800000">
            <a:off x="7558560" y="-472680"/>
            <a:ext cx="2372400" cy="1840680"/>
          </a:xfrm>
          <a:prstGeom prst="rect">
            <a:avLst/>
          </a:prstGeom>
          <a:noFill/>
          <a:ln w="0">
            <a:noFill/>
          </a:ln>
        </p:spPr>
      </p:pic>
      <p:pic>
        <p:nvPicPr>
          <p:cNvPr id="79" name="Google Shape;164;p18"/>
          <p:cNvPicPr/>
          <p:nvPr/>
        </p:nvPicPr>
        <p:blipFill>
          <a:blip r:embed="rId5"/>
          <a:stretch/>
        </p:blipFill>
        <p:spPr>
          <a:xfrm rot="7597200">
            <a:off x="6083280" y="-2198520"/>
            <a:ext cx="2386440" cy="4381200"/>
          </a:xfrm>
          <a:prstGeom prst="rect">
            <a:avLst/>
          </a:prstGeom>
          <a:noFill/>
          <a:ln w="0">
            <a:noFill/>
          </a:ln>
        </p:spPr>
      </p:pic>
      <p:pic>
        <p:nvPicPr>
          <p:cNvPr id="80" name="Google Shape;165;p18"/>
          <p:cNvPicPr/>
          <p:nvPr/>
        </p:nvPicPr>
        <p:blipFill>
          <a:blip r:embed="rId6"/>
          <a:stretch/>
        </p:blipFill>
        <p:spPr>
          <a:xfrm rot="10800000">
            <a:off x="-983880" y="704880"/>
            <a:ext cx="1773720" cy="4039200"/>
          </a:xfrm>
          <a:prstGeom prst="rect">
            <a:avLst/>
          </a:prstGeom>
          <a:noFill/>
          <a:ln w="0">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20">
    <p:bg>
      <p:bgPr>
        <a:solidFill>
          <a:schemeClr val="lt1"/>
        </a:solidFill>
        <a:effectLst/>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988560" y="124668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82"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83" name="PlaceHolder 3"/>
          <p:cNvSpPr>
            <a:spLocks noGrp="1"/>
          </p:cNvSpPr>
          <p:nvPr>
            <p:ph type="title"/>
          </p:nvPr>
        </p:nvSpPr>
        <p:spPr>
          <a:xfrm>
            <a:off x="988560" y="312336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84" name="PlaceHolder 4"/>
          <p:cNvSpPr>
            <a:spLocks noGrp="1"/>
          </p:cNvSpPr>
          <p:nvPr>
            <p:ph type="title"/>
          </p:nvPr>
        </p:nvSpPr>
        <p:spPr>
          <a:xfrm>
            <a:off x="3372480" y="124668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85" name="Google Shape;174;p19"/>
          <p:cNvPicPr/>
          <p:nvPr/>
        </p:nvPicPr>
        <p:blipFill>
          <a:blip r:embed="rId2"/>
          <a:stretch/>
        </p:blipFill>
        <p:spPr>
          <a:xfrm rot="3547200">
            <a:off x="-485280" y="-1198800"/>
            <a:ext cx="1796040" cy="4089960"/>
          </a:xfrm>
          <a:prstGeom prst="rect">
            <a:avLst/>
          </a:prstGeom>
          <a:noFill/>
          <a:ln w="0">
            <a:noFill/>
          </a:ln>
        </p:spPr>
      </p:pic>
      <p:pic>
        <p:nvPicPr>
          <p:cNvPr id="86" name="Google Shape;175;p19"/>
          <p:cNvPicPr/>
          <p:nvPr/>
        </p:nvPicPr>
        <p:blipFill>
          <a:blip r:embed="rId3"/>
          <a:stretch/>
        </p:blipFill>
        <p:spPr>
          <a:xfrm rot="10800000" flipH="1">
            <a:off x="7789680" y="-309600"/>
            <a:ext cx="1571760" cy="2036160"/>
          </a:xfrm>
          <a:prstGeom prst="rect">
            <a:avLst/>
          </a:prstGeom>
          <a:noFill/>
          <a:ln w="0">
            <a:noFill/>
          </a:ln>
        </p:spPr>
      </p:pic>
      <p:sp>
        <p:nvSpPr>
          <p:cNvPr id="87" name="PlaceHolder 5"/>
          <p:cNvSpPr>
            <a:spLocks noGrp="1"/>
          </p:cNvSpPr>
          <p:nvPr>
            <p:ph type="title"/>
          </p:nvPr>
        </p:nvSpPr>
        <p:spPr>
          <a:xfrm>
            <a:off x="3373560" y="313956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88" name="Google Shape;178;p19"/>
          <p:cNvPicPr/>
          <p:nvPr/>
        </p:nvPicPr>
        <p:blipFill>
          <a:blip r:embed="rId4"/>
          <a:stretch/>
        </p:blipFill>
        <p:spPr>
          <a:xfrm rot="15419400">
            <a:off x="5385600" y="2105640"/>
            <a:ext cx="2059200" cy="4995360"/>
          </a:xfrm>
          <a:prstGeom prst="rect">
            <a:avLst/>
          </a:prstGeom>
          <a:noFill/>
          <a:ln w="0">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sp>
        <p:nvSpPr>
          <p:cNvPr id="89"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pic>
        <p:nvPicPr>
          <p:cNvPr id="90" name="Google Shape;183;p20"/>
          <p:cNvPicPr/>
          <p:nvPr/>
        </p:nvPicPr>
        <p:blipFill>
          <a:blip r:embed="rId2"/>
          <a:stretch/>
        </p:blipFill>
        <p:spPr>
          <a:xfrm rot="10800000">
            <a:off x="-698400" y="376200"/>
            <a:ext cx="1812600" cy="1406160"/>
          </a:xfrm>
          <a:prstGeom prst="rect">
            <a:avLst/>
          </a:prstGeom>
          <a:noFill/>
          <a:ln w="0">
            <a:noFill/>
          </a:ln>
        </p:spPr>
      </p:pic>
      <p:pic>
        <p:nvPicPr>
          <p:cNvPr id="91" name="Google Shape;184;p20"/>
          <p:cNvPicPr/>
          <p:nvPr/>
        </p:nvPicPr>
        <p:blipFill>
          <a:blip r:embed="rId3"/>
          <a:stretch/>
        </p:blipFill>
        <p:spPr>
          <a:xfrm rot="10800000" flipH="1">
            <a:off x="8093520" y="70560"/>
            <a:ext cx="1209240" cy="1566720"/>
          </a:xfrm>
          <a:prstGeom prst="rect">
            <a:avLst/>
          </a:prstGeom>
          <a:noFill/>
          <a:ln w="0">
            <a:noFill/>
          </a:ln>
        </p:spPr>
      </p:pic>
      <p:pic>
        <p:nvPicPr>
          <p:cNvPr id="92" name="Google Shape;185;p20"/>
          <p:cNvPicPr/>
          <p:nvPr/>
        </p:nvPicPr>
        <p:blipFill>
          <a:blip r:embed="rId4"/>
          <a:stretch/>
        </p:blipFill>
        <p:spPr>
          <a:xfrm rot="5400000">
            <a:off x="2890080" y="3276720"/>
            <a:ext cx="1271520" cy="3084480"/>
          </a:xfrm>
          <a:prstGeom prst="rect">
            <a:avLst/>
          </a:prstGeom>
          <a:noFill/>
          <a:ln w="0">
            <a:noFill/>
          </a:ln>
        </p:spPr>
      </p:pic>
      <p:pic>
        <p:nvPicPr>
          <p:cNvPr id="93" name="Google Shape;186;p20"/>
          <p:cNvPicPr/>
          <p:nvPr/>
        </p:nvPicPr>
        <p:blipFill>
          <a:blip r:embed="rId5"/>
          <a:stretch/>
        </p:blipFill>
        <p:spPr>
          <a:xfrm rot="16200000">
            <a:off x="4467240" y="3044520"/>
            <a:ext cx="2001960" cy="4559040"/>
          </a:xfrm>
          <a:prstGeom prst="rect">
            <a:avLst/>
          </a:prstGeom>
          <a:noFill/>
          <a:ln w="0">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sp>
        <p:nvSpPr>
          <p:cNvPr id="94" name="PlaceHolder 1"/>
          <p:cNvSpPr>
            <a:spLocks noGrp="1"/>
          </p:cNvSpPr>
          <p:nvPr>
            <p:ph type="title"/>
          </p:nvPr>
        </p:nvSpPr>
        <p:spPr>
          <a:xfrm>
            <a:off x="2166480" y="2409840"/>
            <a:ext cx="4810680" cy="841320"/>
          </a:xfrm>
          <a:prstGeom prst="rect">
            <a:avLst/>
          </a:prstGeom>
          <a:noFill/>
          <a:ln w="0">
            <a:noFill/>
          </a:ln>
        </p:spPr>
        <p:txBody>
          <a:bodyPr lIns="91440" tIns="91440" rIns="91440" bIns="91440" anchor="t">
            <a:noAutofit/>
          </a:bodyPr>
          <a:lstStyle/>
          <a:p>
            <a:pPr indent="0">
              <a:buNone/>
            </a:pPr>
            <a:r>
              <a:rPr lang="fr-FR" sz="3600" b="0" u="none" strike="noStrike">
                <a:solidFill>
                  <a:schemeClr val="dk1"/>
                </a:solidFill>
                <a:effectLst/>
                <a:uFillTx/>
                <a:latin typeface="Arial"/>
              </a:rPr>
              <a:t>Click to edit the title text format</a:t>
            </a:r>
          </a:p>
        </p:txBody>
      </p:sp>
      <p:sp>
        <p:nvSpPr>
          <p:cNvPr id="95" name="PlaceHolder 2"/>
          <p:cNvSpPr>
            <a:spLocks noGrp="1"/>
          </p:cNvSpPr>
          <p:nvPr>
            <p:ph type="title"/>
          </p:nvPr>
        </p:nvSpPr>
        <p:spPr>
          <a:xfrm>
            <a:off x="3334680" y="1047240"/>
            <a:ext cx="2473920" cy="1378080"/>
          </a:xfrm>
          <a:prstGeom prst="rect">
            <a:avLst/>
          </a:prstGeom>
          <a:noFill/>
          <a:ln w="0">
            <a:noFill/>
          </a:ln>
        </p:spPr>
        <p:txBody>
          <a:bodyPr lIns="91440" tIns="91440" rIns="91440" bIns="91440" anchor="t">
            <a:noAutofit/>
          </a:bodyPr>
          <a:lstStyle/>
          <a:p>
            <a:pPr indent="0" algn="ctr">
              <a:lnSpc>
                <a:spcPct val="100000"/>
              </a:lnSpc>
              <a:buNone/>
            </a:pPr>
            <a:r>
              <a:rPr lang="fr-FR" sz="9600" b="0" u="none" strike="noStrike">
                <a:solidFill>
                  <a:schemeClr val="dk1"/>
                </a:solidFill>
                <a:effectLst/>
                <a:uFillTx/>
                <a:latin typeface="DM Serif Display"/>
                <a:ea typeface="DM Serif Display"/>
              </a:rPr>
              <a:t>xx%</a:t>
            </a:r>
            <a:endParaRPr lang="fr-FR" sz="9600" b="0" u="none" strike="noStrike">
              <a:solidFill>
                <a:schemeClr val="dk1"/>
              </a:solidFill>
              <a:effectLst/>
              <a:uFillTx/>
              <a:latin typeface="Arial"/>
            </a:endParaRPr>
          </a:p>
        </p:txBody>
      </p:sp>
      <p:pic>
        <p:nvPicPr>
          <p:cNvPr id="96" name="Google Shape;20;p3"/>
          <p:cNvPicPr/>
          <p:nvPr/>
        </p:nvPicPr>
        <p:blipFill>
          <a:blip r:embed="rId2"/>
          <a:stretch/>
        </p:blipFill>
        <p:spPr>
          <a:xfrm rot="3883200">
            <a:off x="-397800" y="1661400"/>
            <a:ext cx="2568600" cy="1473840"/>
          </a:xfrm>
          <a:prstGeom prst="rect">
            <a:avLst/>
          </a:prstGeom>
          <a:noFill/>
          <a:ln w="0">
            <a:noFill/>
          </a:ln>
        </p:spPr>
      </p:pic>
      <p:pic>
        <p:nvPicPr>
          <p:cNvPr id="97" name="Google Shape;21;p3"/>
          <p:cNvPicPr/>
          <p:nvPr/>
        </p:nvPicPr>
        <p:blipFill>
          <a:blip r:embed="rId3"/>
          <a:stretch/>
        </p:blipFill>
        <p:spPr>
          <a:xfrm>
            <a:off x="440280" y="163800"/>
            <a:ext cx="1840680" cy="1782360"/>
          </a:xfrm>
          <a:prstGeom prst="rect">
            <a:avLst/>
          </a:prstGeom>
          <a:noFill/>
          <a:ln w="0">
            <a:noFill/>
          </a:ln>
        </p:spPr>
      </p:pic>
      <p:pic>
        <p:nvPicPr>
          <p:cNvPr id="98" name="Google Shape;22;p3"/>
          <p:cNvPicPr/>
          <p:nvPr/>
        </p:nvPicPr>
        <p:blipFill>
          <a:blip r:embed="rId4"/>
          <a:stretch/>
        </p:blipFill>
        <p:spPr>
          <a:xfrm rot="19960800">
            <a:off x="941400" y="2746440"/>
            <a:ext cx="1733400" cy="3947040"/>
          </a:xfrm>
          <a:prstGeom prst="rect">
            <a:avLst/>
          </a:prstGeom>
          <a:noFill/>
          <a:ln w="0">
            <a:noFill/>
          </a:ln>
        </p:spPr>
      </p:pic>
      <p:pic>
        <p:nvPicPr>
          <p:cNvPr id="99" name="Google Shape;23;p3"/>
          <p:cNvPicPr/>
          <p:nvPr/>
        </p:nvPicPr>
        <p:blipFill>
          <a:blip r:embed="rId5"/>
          <a:stretch/>
        </p:blipFill>
        <p:spPr>
          <a:xfrm>
            <a:off x="7081560" y="3219480"/>
            <a:ext cx="1840680" cy="1699560"/>
          </a:xfrm>
          <a:prstGeom prst="rect">
            <a:avLst/>
          </a:prstGeom>
          <a:noFill/>
          <a:ln w="0">
            <a:noFill/>
          </a:ln>
        </p:spPr>
      </p:pic>
      <p:pic>
        <p:nvPicPr>
          <p:cNvPr id="100" name="Google Shape;24;p3"/>
          <p:cNvPicPr/>
          <p:nvPr/>
        </p:nvPicPr>
        <p:blipFill>
          <a:blip r:embed="rId6"/>
          <a:stretch/>
        </p:blipFill>
        <p:spPr>
          <a:xfrm>
            <a:off x="7304040" y="609840"/>
            <a:ext cx="2386440" cy="4381200"/>
          </a:xfrm>
          <a:prstGeom prst="rect">
            <a:avLst/>
          </a:prstGeom>
          <a:noFill/>
          <a:ln w="0">
            <a:noFill/>
          </a:ln>
        </p:spPr>
      </p:pic>
      <p:pic>
        <p:nvPicPr>
          <p:cNvPr id="101" name="Google Shape;25;p3"/>
          <p:cNvPicPr/>
          <p:nvPr/>
        </p:nvPicPr>
        <p:blipFill>
          <a:blip r:embed="rId4"/>
          <a:stretch/>
        </p:blipFill>
        <p:spPr>
          <a:xfrm rot="19960800">
            <a:off x="6379560" y="-1850760"/>
            <a:ext cx="1733400" cy="3947040"/>
          </a:xfrm>
          <a:prstGeom prst="rect">
            <a:avLst/>
          </a:prstGeom>
          <a:noFill/>
          <a:ln w="0">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21">
    <p:bg>
      <p:bgPr>
        <a:solidFill>
          <a:schemeClr val="lt1"/>
        </a:solidFill>
        <a:effectLst/>
      </p:bgPr>
    </p:bg>
    <p:spTree>
      <p:nvGrpSpPr>
        <p:cNvPr id="1" name=""/>
        <p:cNvGrpSpPr/>
        <p:nvPr/>
      </p:nvGrpSpPr>
      <p:grpSpPr>
        <a:xfrm>
          <a:off x="0" y="0"/>
          <a:ext cx="0" cy="0"/>
          <a:chOff x="0" y="0"/>
          <a:chExt cx="0" cy="0"/>
        </a:xfrm>
      </p:grpSpPr>
      <p:sp>
        <p:nvSpPr>
          <p:cNvPr id="102"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pic>
        <p:nvPicPr>
          <p:cNvPr id="103" name="Google Shape;190;p21"/>
          <p:cNvPicPr/>
          <p:nvPr/>
        </p:nvPicPr>
        <p:blipFill>
          <a:blip r:embed="rId2"/>
          <a:stretch/>
        </p:blipFill>
        <p:spPr>
          <a:xfrm rot="3547200">
            <a:off x="-485280" y="-893880"/>
            <a:ext cx="1796040" cy="4089960"/>
          </a:xfrm>
          <a:prstGeom prst="rect">
            <a:avLst/>
          </a:prstGeom>
          <a:noFill/>
          <a:ln w="0">
            <a:noFill/>
          </a:ln>
        </p:spPr>
      </p:pic>
      <p:pic>
        <p:nvPicPr>
          <p:cNvPr id="104" name="Google Shape;191;p21"/>
          <p:cNvPicPr/>
          <p:nvPr/>
        </p:nvPicPr>
        <p:blipFill>
          <a:blip r:embed="rId3"/>
          <a:stretch/>
        </p:blipFill>
        <p:spPr>
          <a:xfrm rot="10800000" flipH="1">
            <a:off x="7789680" y="-309600"/>
            <a:ext cx="1571760" cy="2036160"/>
          </a:xfrm>
          <a:prstGeom prst="rect">
            <a:avLst/>
          </a:prstGeom>
          <a:noFill/>
          <a:ln w="0">
            <a:noFill/>
          </a:ln>
        </p:spPr>
      </p:pic>
      <p:pic>
        <p:nvPicPr>
          <p:cNvPr id="105" name="Google Shape;192;p21"/>
          <p:cNvPicPr/>
          <p:nvPr/>
        </p:nvPicPr>
        <p:blipFill>
          <a:blip r:embed="rId4"/>
          <a:stretch/>
        </p:blipFill>
        <p:spPr>
          <a:xfrm rot="16200000">
            <a:off x="2031120" y="3095640"/>
            <a:ext cx="1724040" cy="4182480"/>
          </a:xfrm>
          <a:prstGeom prst="rect">
            <a:avLst/>
          </a:prstGeom>
          <a:noFill/>
          <a:ln w="0">
            <a:noFill/>
          </a:ln>
        </p:spPr>
      </p:pic>
      <p:sp>
        <p:nvSpPr>
          <p:cNvPr id="10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29">
    <p:bg>
      <p:bgPr>
        <a:solidFill>
          <a:schemeClr val="lt1"/>
        </a:solidFill>
        <a:effectLst/>
      </p:bgPr>
    </p:bg>
    <p:spTree>
      <p:nvGrpSpPr>
        <p:cNvPr id="1" name=""/>
        <p:cNvGrpSpPr/>
        <p:nvPr/>
      </p:nvGrpSpPr>
      <p:grpSpPr>
        <a:xfrm>
          <a:off x="0" y="0"/>
          <a:ext cx="0" cy="0"/>
          <a:chOff x="0" y="0"/>
          <a:chExt cx="0" cy="0"/>
        </a:xfrm>
      </p:grpSpPr>
      <p:sp>
        <p:nvSpPr>
          <p:cNvPr id="107"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pic>
        <p:nvPicPr>
          <p:cNvPr id="108" name="Google Shape;196;p22"/>
          <p:cNvPicPr/>
          <p:nvPr/>
        </p:nvPicPr>
        <p:blipFill>
          <a:blip r:embed="rId2"/>
          <a:stretch/>
        </p:blipFill>
        <p:spPr>
          <a:xfrm rot="18052800" flipH="1">
            <a:off x="7847280" y="-893520"/>
            <a:ext cx="1796040" cy="4089960"/>
          </a:xfrm>
          <a:prstGeom prst="rect">
            <a:avLst/>
          </a:prstGeom>
          <a:noFill/>
          <a:ln w="0">
            <a:noFill/>
          </a:ln>
        </p:spPr>
      </p:pic>
      <p:pic>
        <p:nvPicPr>
          <p:cNvPr id="109" name="Google Shape;197;p22"/>
          <p:cNvPicPr/>
          <p:nvPr/>
        </p:nvPicPr>
        <p:blipFill>
          <a:blip r:embed="rId3"/>
          <a:stretch/>
        </p:blipFill>
        <p:spPr>
          <a:xfrm rot="10800000">
            <a:off x="-203040" y="-309600"/>
            <a:ext cx="1571760" cy="2036160"/>
          </a:xfrm>
          <a:prstGeom prst="rect">
            <a:avLst/>
          </a:prstGeom>
          <a:noFill/>
          <a:ln w="0">
            <a:noFill/>
          </a:ln>
        </p:spPr>
      </p:pic>
      <p:pic>
        <p:nvPicPr>
          <p:cNvPr id="110" name="Google Shape;198;p22"/>
          <p:cNvPicPr/>
          <p:nvPr/>
        </p:nvPicPr>
        <p:blipFill>
          <a:blip r:embed="rId4"/>
          <a:stretch/>
        </p:blipFill>
        <p:spPr>
          <a:xfrm rot="16200000">
            <a:off x="5649840" y="3034800"/>
            <a:ext cx="1724040" cy="4182480"/>
          </a:xfrm>
          <a:prstGeom prst="rect">
            <a:avLst/>
          </a:prstGeom>
          <a:noFill/>
          <a:ln w="0">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CUSTOM_2">
    <p:bg>
      <p:bgPr>
        <a:solidFill>
          <a:schemeClr val="lt1"/>
        </a:solidFill>
        <a:effectLst/>
      </p:bgPr>
    </p:bg>
    <p:spTree>
      <p:nvGrpSpPr>
        <p:cNvPr id="1" name=""/>
        <p:cNvGrpSpPr/>
        <p:nvPr/>
      </p:nvGrpSpPr>
      <p:grpSpPr>
        <a:xfrm>
          <a:off x="0" y="0"/>
          <a:ext cx="0" cy="0"/>
          <a:chOff x="0" y="0"/>
          <a:chExt cx="0" cy="0"/>
        </a:xfrm>
      </p:grpSpPr>
      <p:sp>
        <p:nvSpPr>
          <p:cNvPr id="111" name="PlaceHolder 1"/>
          <p:cNvSpPr>
            <a:spLocks noGrp="1"/>
          </p:cNvSpPr>
          <p:nvPr>
            <p:ph type="title"/>
          </p:nvPr>
        </p:nvSpPr>
        <p:spPr>
          <a:xfrm>
            <a:off x="909360" y="236340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12"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13" name="PlaceHolder 3"/>
          <p:cNvSpPr>
            <a:spLocks noGrp="1"/>
          </p:cNvSpPr>
          <p:nvPr>
            <p:ph type="title"/>
          </p:nvPr>
        </p:nvSpPr>
        <p:spPr>
          <a:xfrm>
            <a:off x="3486960" y="236340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14" name="PlaceHolder 4"/>
          <p:cNvSpPr>
            <a:spLocks noGrp="1"/>
          </p:cNvSpPr>
          <p:nvPr>
            <p:ph type="title"/>
          </p:nvPr>
        </p:nvSpPr>
        <p:spPr>
          <a:xfrm>
            <a:off x="6064920" y="236340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115" name="Google Shape;207;p23"/>
          <p:cNvPicPr/>
          <p:nvPr/>
        </p:nvPicPr>
        <p:blipFill>
          <a:blip r:embed="rId2"/>
          <a:stretch/>
        </p:blipFill>
        <p:spPr>
          <a:xfrm rot="3547200">
            <a:off x="-485280" y="-893880"/>
            <a:ext cx="1796040" cy="4089960"/>
          </a:xfrm>
          <a:prstGeom prst="rect">
            <a:avLst/>
          </a:prstGeom>
          <a:noFill/>
          <a:ln w="0">
            <a:noFill/>
          </a:ln>
        </p:spPr>
      </p:pic>
      <p:pic>
        <p:nvPicPr>
          <p:cNvPr id="116" name="Google Shape;208;p23"/>
          <p:cNvPicPr/>
          <p:nvPr/>
        </p:nvPicPr>
        <p:blipFill>
          <a:blip r:embed="rId3"/>
          <a:stretch/>
        </p:blipFill>
        <p:spPr>
          <a:xfrm rot="10800000" flipH="1">
            <a:off x="7789680" y="-309600"/>
            <a:ext cx="1571760" cy="2036160"/>
          </a:xfrm>
          <a:prstGeom prst="rect">
            <a:avLst/>
          </a:prstGeom>
          <a:noFill/>
          <a:ln w="0">
            <a:noFill/>
          </a:ln>
        </p:spPr>
      </p:pic>
      <p:pic>
        <p:nvPicPr>
          <p:cNvPr id="117" name="Google Shape;209;p23"/>
          <p:cNvPicPr/>
          <p:nvPr/>
        </p:nvPicPr>
        <p:blipFill>
          <a:blip r:embed="rId4"/>
          <a:stretch/>
        </p:blipFill>
        <p:spPr>
          <a:xfrm rot="16200000">
            <a:off x="2031120" y="3095640"/>
            <a:ext cx="1724040" cy="4182480"/>
          </a:xfrm>
          <a:prstGeom prst="rect">
            <a:avLst/>
          </a:prstGeom>
          <a:noFill/>
          <a:ln w="0">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CUSTOM_28">
    <p:bg>
      <p:bgPr>
        <a:solidFill>
          <a:schemeClr val="lt1"/>
        </a:solidFill>
        <a:effectLst/>
      </p:bgPr>
    </p:bg>
    <p:spTree>
      <p:nvGrpSpPr>
        <p:cNvPr id="1" name=""/>
        <p:cNvGrpSpPr/>
        <p:nvPr/>
      </p:nvGrpSpPr>
      <p:grpSpPr>
        <a:xfrm>
          <a:off x="0" y="0"/>
          <a:ext cx="0" cy="0"/>
          <a:chOff x="0" y="0"/>
          <a:chExt cx="0" cy="0"/>
        </a:xfrm>
      </p:grpSpPr>
      <p:sp>
        <p:nvSpPr>
          <p:cNvPr id="118" name="PlaceHolder 1"/>
          <p:cNvSpPr>
            <a:spLocks noGrp="1"/>
          </p:cNvSpPr>
          <p:nvPr>
            <p:ph type="title"/>
          </p:nvPr>
        </p:nvSpPr>
        <p:spPr>
          <a:xfrm>
            <a:off x="2198520" y="223380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19"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20" name="PlaceHolder 3"/>
          <p:cNvSpPr>
            <a:spLocks noGrp="1"/>
          </p:cNvSpPr>
          <p:nvPr>
            <p:ph type="title"/>
          </p:nvPr>
        </p:nvSpPr>
        <p:spPr>
          <a:xfrm>
            <a:off x="4776120" y="223380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121" name="Google Shape;216;p24"/>
          <p:cNvPicPr/>
          <p:nvPr/>
        </p:nvPicPr>
        <p:blipFill>
          <a:blip r:embed="rId2"/>
          <a:stretch/>
        </p:blipFill>
        <p:spPr>
          <a:xfrm rot="3547200">
            <a:off x="-485280" y="-893880"/>
            <a:ext cx="1796040" cy="4089960"/>
          </a:xfrm>
          <a:prstGeom prst="rect">
            <a:avLst/>
          </a:prstGeom>
          <a:noFill/>
          <a:ln w="0">
            <a:noFill/>
          </a:ln>
        </p:spPr>
      </p:pic>
      <p:pic>
        <p:nvPicPr>
          <p:cNvPr id="122" name="Google Shape;217;p24"/>
          <p:cNvPicPr/>
          <p:nvPr/>
        </p:nvPicPr>
        <p:blipFill>
          <a:blip r:embed="rId3"/>
          <a:stretch/>
        </p:blipFill>
        <p:spPr>
          <a:xfrm rot="5400000">
            <a:off x="3366000" y="4494600"/>
            <a:ext cx="1392840" cy="1348920"/>
          </a:xfrm>
          <a:prstGeom prst="rect">
            <a:avLst/>
          </a:prstGeom>
          <a:noFill/>
          <a:ln w="0">
            <a:noFill/>
          </a:ln>
        </p:spPr>
      </p:pic>
      <p:pic>
        <p:nvPicPr>
          <p:cNvPr id="123" name="Google Shape;218;p24"/>
          <p:cNvPicPr/>
          <p:nvPr/>
        </p:nvPicPr>
        <p:blipFill>
          <a:blip r:embed="rId4"/>
          <a:stretch/>
        </p:blipFill>
        <p:spPr>
          <a:xfrm rot="16200000">
            <a:off x="7742880" y="3134520"/>
            <a:ext cx="1658520" cy="1531800"/>
          </a:xfrm>
          <a:prstGeom prst="rect">
            <a:avLst/>
          </a:prstGeom>
          <a:noFill/>
          <a:ln w="0">
            <a:noFill/>
          </a:ln>
        </p:spPr>
      </p:pic>
      <p:pic>
        <p:nvPicPr>
          <p:cNvPr id="124" name="Google Shape;219;p24"/>
          <p:cNvPicPr/>
          <p:nvPr/>
        </p:nvPicPr>
        <p:blipFill>
          <a:blip r:embed="rId5"/>
          <a:stretch/>
        </p:blipFill>
        <p:spPr>
          <a:xfrm rot="12988800">
            <a:off x="2644560" y="4492080"/>
            <a:ext cx="2834640" cy="2032560"/>
          </a:xfrm>
          <a:prstGeom prst="rect">
            <a:avLst/>
          </a:prstGeom>
          <a:noFill/>
          <a:ln w="0">
            <a:noFill/>
          </a:ln>
        </p:spPr>
      </p:pic>
      <p:pic>
        <p:nvPicPr>
          <p:cNvPr id="125" name="Google Shape;220;p24"/>
          <p:cNvPicPr/>
          <p:nvPr/>
        </p:nvPicPr>
        <p:blipFill>
          <a:blip r:embed="rId2"/>
          <a:stretch/>
        </p:blipFill>
        <p:spPr>
          <a:xfrm rot="16200000">
            <a:off x="7571160" y="-1739520"/>
            <a:ext cx="2001960" cy="4559040"/>
          </a:xfrm>
          <a:prstGeom prst="rect">
            <a:avLst/>
          </a:prstGeom>
          <a:noFill/>
          <a:ln w="0">
            <a:noFill/>
          </a:ln>
        </p:spPr>
      </p:pic>
      <p:pic>
        <p:nvPicPr>
          <p:cNvPr id="126" name="Google Shape;221;p24"/>
          <p:cNvPicPr/>
          <p:nvPr/>
        </p:nvPicPr>
        <p:blipFill>
          <a:blip r:embed="rId4"/>
          <a:stretch/>
        </p:blipFill>
        <p:spPr>
          <a:xfrm rot="5400000" flipH="1">
            <a:off x="-309600" y="3134520"/>
            <a:ext cx="1658520" cy="1531800"/>
          </a:xfrm>
          <a:prstGeom prst="rect">
            <a:avLst/>
          </a:prstGeom>
          <a:noFill/>
          <a:ln w="0">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sp>
        <p:nvSpPr>
          <p:cNvPr id="127" name="PlaceHolder 1"/>
          <p:cNvSpPr>
            <a:spLocks noGrp="1"/>
          </p:cNvSpPr>
          <p:nvPr>
            <p:ph type="title"/>
          </p:nvPr>
        </p:nvSpPr>
        <p:spPr>
          <a:xfrm>
            <a:off x="2198520" y="266832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28"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29" name="PlaceHolder 3"/>
          <p:cNvSpPr>
            <a:spLocks noGrp="1"/>
          </p:cNvSpPr>
          <p:nvPr>
            <p:ph type="title"/>
          </p:nvPr>
        </p:nvSpPr>
        <p:spPr>
          <a:xfrm>
            <a:off x="4776120" y="266832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130" name="Google Shape;228;p25"/>
          <p:cNvPicPr/>
          <p:nvPr/>
        </p:nvPicPr>
        <p:blipFill>
          <a:blip r:embed="rId2"/>
          <a:stretch/>
        </p:blipFill>
        <p:spPr>
          <a:xfrm rot="3547200">
            <a:off x="-485280" y="-893880"/>
            <a:ext cx="1796040" cy="4089960"/>
          </a:xfrm>
          <a:prstGeom prst="rect">
            <a:avLst/>
          </a:prstGeom>
          <a:noFill/>
          <a:ln w="0">
            <a:noFill/>
          </a:ln>
        </p:spPr>
      </p:pic>
      <p:pic>
        <p:nvPicPr>
          <p:cNvPr id="131" name="Google Shape;229;p25"/>
          <p:cNvPicPr/>
          <p:nvPr/>
        </p:nvPicPr>
        <p:blipFill>
          <a:blip r:embed="rId3"/>
          <a:stretch/>
        </p:blipFill>
        <p:spPr>
          <a:xfrm rot="5400000">
            <a:off x="3366000" y="4494600"/>
            <a:ext cx="1392840" cy="1348920"/>
          </a:xfrm>
          <a:prstGeom prst="rect">
            <a:avLst/>
          </a:prstGeom>
          <a:noFill/>
          <a:ln w="0">
            <a:noFill/>
          </a:ln>
        </p:spPr>
      </p:pic>
      <p:pic>
        <p:nvPicPr>
          <p:cNvPr id="132" name="Google Shape;230;p25"/>
          <p:cNvPicPr/>
          <p:nvPr/>
        </p:nvPicPr>
        <p:blipFill>
          <a:blip r:embed="rId4"/>
          <a:stretch/>
        </p:blipFill>
        <p:spPr>
          <a:xfrm rot="16200000">
            <a:off x="8218440" y="3327840"/>
            <a:ext cx="1658520" cy="1531800"/>
          </a:xfrm>
          <a:prstGeom prst="rect">
            <a:avLst/>
          </a:prstGeom>
          <a:noFill/>
          <a:ln w="0">
            <a:noFill/>
          </a:ln>
        </p:spPr>
      </p:pic>
      <p:pic>
        <p:nvPicPr>
          <p:cNvPr id="133" name="Google Shape;231;p25"/>
          <p:cNvPicPr/>
          <p:nvPr/>
        </p:nvPicPr>
        <p:blipFill>
          <a:blip r:embed="rId5"/>
          <a:stretch/>
        </p:blipFill>
        <p:spPr>
          <a:xfrm rot="12988800">
            <a:off x="2644560" y="4492080"/>
            <a:ext cx="2834640" cy="2032560"/>
          </a:xfrm>
          <a:prstGeom prst="rect">
            <a:avLst/>
          </a:prstGeom>
          <a:noFill/>
          <a:ln w="0">
            <a:noFill/>
          </a:ln>
        </p:spPr>
      </p:pic>
      <p:pic>
        <p:nvPicPr>
          <p:cNvPr id="134" name="Google Shape;232;p25"/>
          <p:cNvPicPr/>
          <p:nvPr/>
        </p:nvPicPr>
        <p:blipFill>
          <a:blip r:embed="rId2"/>
          <a:stretch/>
        </p:blipFill>
        <p:spPr>
          <a:xfrm rot="16200000">
            <a:off x="7571160" y="-1739520"/>
            <a:ext cx="2001960" cy="455904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pic>
        <p:nvPicPr>
          <p:cNvPr id="135" name="Google Shape;234;p26"/>
          <p:cNvPicPr/>
          <p:nvPr/>
        </p:nvPicPr>
        <p:blipFill>
          <a:blip r:embed="rId2"/>
          <a:stretch/>
        </p:blipFill>
        <p:spPr>
          <a:xfrm rot="10800000">
            <a:off x="-698400" y="376200"/>
            <a:ext cx="1812600" cy="1406160"/>
          </a:xfrm>
          <a:prstGeom prst="rect">
            <a:avLst/>
          </a:prstGeom>
          <a:noFill/>
          <a:ln w="0">
            <a:noFill/>
          </a:ln>
        </p:spPr>
      </p:pic>
      <p:pic>
        <p:nvPicPr>
          <p:cNvPr id="136" name="Google Shape;235;p26"/>
          <p:cNvPicPr/>
          <p:nvPr/>
        </p:nvPicPr>
        <p:blipFill>
          <a:blip r:embed="rId3"/>
          <a:stretch/>
        </p:blipFill>
        <p:spPr>
          <a:xfrm rot="10800000" flipH="1">
            <a:off x="8093520" y="70560"/>
            <a:ext cx="1209240" cy="1566720"/>
          </a:xfrm>
          <a:prstGeom prst="rect">
            <a:avLst/>
          </a:prstGeom>
          <a:noFill/>
          <a:ln w="0">
            <a:noFill/>
          </a:ln>
        </p:spPr>
      </p:pic>
      <p:pic>
        <p:nvPicPr>
          <p:cNvPr id="137" name="Google Shape;236;p26"/>
          <p:cNvPicPr/>
          <p:nvPr/>
        </p:nvPicPr>
        <p:blipFill>
          <a:blip r:embed="rId4"/>
          <a:stretch/>
        </p:blipFill>
        <p:spPr>
          <a:xfrm rot="6202800">
            <a:off x="3894120" y="3376800"/>
            <a:ext cx="1271160" cy="3084480"/>
          </a:xfrm>
          <a:prstGeom prst="rect">
            <a:avLst/>
          </a:prstGeom>
          <a:noFill/>
          <a:ln w="0">
            <a:noFill/>
          </a:ln>
        </p:spPr>
      </p:pic>
      <p:pic>
        <p:nvPicPr>
          <p:cNvPr id="138" name="Google Shape;237;p26"/>
          <p:cNvPicPr/>
          <p:nvPr/>
        </p:nvPicPr>
        <p:blipFill>
          <a:blip r:embed="rId5"/>
          <a:stretch/>
        </p:blipFill>
        <p:spPr>
          <a:xfrm rot="17002800">
            <a:off x="5301720" y="3580560"/>
            <a:ext cx="2001960" cy="4559040"/>
          </a:xfrm>
          <a:prstGeom prst="rect">
            <a:avLst/>
          </a:prstGeom>
          <a:noFill/>
          <a:ln w="0">
            <a:noFill/>
          </a:ln>
        </p:spPr>
      </p:pic>
      <p:sp>
        <p:nvSpPr>
          <p:cNvPr id="139"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12">
    <p:bg>
      <p:bgPr>
        <a:solidFill>
          <a:schemeClr val="lt1"/>
        </a:solidFill>
        <a:effectLst/>
      </p:bgPr>
    </p:bg>
    <p:spTree>
      <p:nvGrpSpPr>
        <p:cNvPr id="1" name=""/>
        <p:cNvGrpSpPr/>
        <p:nvPr/>
      </p:nvGrpSpPr>
      <p:grpSpPr>
        <a:xfrm>
          <a:off x="0" y="0"/>
          <a:ext cx="0" cy="0"/>
          <a:chOff x="0" y="0"/>
          <a:chExt cx="0" cy="0"/>
        </a:xfrm>
      </p:grpSpPr>
      <p:pic>
        <p:nvPicPr>
          <p:cNvPr id="140" name="Google Shape;240;p27"/>
          <p:cNvPicPr/>
          <p:nvPr/>
        </p:nvPicPr>
        <p:blipFill>
          <a:blip r:embed="rId2"/>
          <a:stretch/>
        </p:blipFill>
        <p:spPr>
          <a:xfrm rot="4734600">
            <a:off x="6035040" y="1085760"/>
            <a:ext cx="1923840" cy="4667040"/>
          </a:xfrm>
          <a:prstGeom prst="rect">
            <a:avLst/>
          </a:prstGeom>
          <a:noFill/>
          <a:ln w="0">
            <a:noFill/>
          </a:ln>
        </p:spPr>
      </p:pic>
      <p:pic>
        <p:nvPicPr>
          <p:cNvPr id="141" name="Google Shape;241;p27"/>
          <p:cNvPicPr/>
          <p:nvPr/>
        </p:nvPicPr>
        <p:blipFill>
          <a:blip r:embed="rId3"/>
          <a:stretch/>
        </p:blipFill>
        <p:spPr>
          <a:xfrm rot="3760800">
            <a:off x="3687840" y="2197440"/>
            <a:ext cx="2001960" cy="4559040"/>
          </a:xfrm>
          <a:prstGeom prst="rect">
            <a:avLst/>
          </a:prstGeom>
          <a:noFill/>
          <a:ln w="0">
            <a:noFill/>
          </a:ln>
        </p:spPr>
      </p:pic>
      <p:pic>
        <p:nvPicPr>
          <p:cNvPr id="142" name="Google Shape;242;p27"/>
          <p:cNvPicPr/>
          <p:nvPr/>
        </p:nvPicPr>
        <p:blipFill>
          <a:blip r:embed="rId4"/>
          <a:stretch/>
        </p:blipFill>
        <p:spPr>
          <a:xfrm>
            <a:off x="7399080" y="4252320"/>
            <a:ext cx="1840680" cy="1699560"/>
          </a:xfrm>
          <a:prstGeom prst="rect">
            <a:avLst/>
          </a:prstGeom>
          <a:noFill/>
          <a:ln w="0">
            <a:noFill/>
          </a:ln>
        </p:spPr>
      </p:pic>
      <p:pic>
        <p:nvPicPr>
          <p:cNvPr id="143" name="Google Shape;243;p27"/>
          <p:cNvPicPr/>
          <p:nvPr/>
        </p:nvPicPr>
        <p:blipFill>
          <a:blip r:embed="rId5"/>
          <a:stretch/>
        </p:blipFill>
        <p:spPr>
          <a:xfrm rot="5400000" flipH="1">
            <a:off x="7093080" y="4249080"/>
            <a:ext cx="1571760" cy="2036160"/>
          </a:xfrm>
          <a:prstGeom prst="rect">
            <a:avLst/>
          </a:prstGeom>
          <a:noFill/>
          <a:ln w="0">
            <a:noFill/>
          </a:ln>
        </p:spPr>
      </p:pic>
      <p:pic>
        <p:nvPicPr>
          <p:cNvPr id="144" name="Google Shape;244;p27"/>
          <p:cNvPicPr/>
          <p:nvPr/>
        </p:nvPicPr>
        <p:blipFill>
          <a:blip r:embed="rId6"/>
          <a:stretch/>
        </p:blipFill>
        <p:spPr>
          <a:xfrm rot="12912000">
            <a:off x="2466720" y="4229640"/>
            <a:ext cx="2504160" cy="1436760"/>
          </a:xfrm>
          <a:prstGeom prst="rect">
            <a:avLst/>
          </a:prstGeom>
          <a:noFill/>
          <a:ln w="0">
            <a:noFill/>
          </a:ln>
        </p:spPr>
      </p:pic>
      <p:pic>
        <p:nvPicPr>
          <p:cNvPr id="145" name="Google Shape;245;p27"/>
          <p:cNvPicPr/>
          <p:nvPr/>
        </p:nvPicPr>
        <p:blipFill>
          <a:blip r:embed="rId7"/>
          <a:stretch/>
        </p:blipFill>
        <p:spPr>
          <a:xfrm rot="9912000">
            <a:off x="4981680" y="5002200"/>
            <a:ext cx="1697040" cy="1643400"/>
          </a:xfrm>
          <a:prstGeom prst="rect">
            <a:avLst/>
          </a:prstGeom>
          <a:noFill/>
          <a:ln w="0">
            <a:noFill/>
          </a:ln>
        </p:spPr>
      </p:pic>
      <p:pic>
        <p:nvPicPr>
          <p:cNvPr id="146" name="Google Shape;246;p27"/>
          <p:cNvPicPr/>
          <p:nvPr/>
        </p:nvPicPr>
        <p:blipFill>
          <a:blip r:embed="rId3"/>
          <a:stretch/>
        </p:blipFill>
        <p:spPr>
          <a:xfrm rot="3760800">
            <a:off x="6283080" y="2986920"/>
            <a:ext cx="2001960" cy="4559040"/>
          </a:xfrm>
          <a:prstGeom prst="rect">
            <a:avLst/>
          </a:prstGeom>
          <a:noFill/>
          <a:ln w="0">
            <a:noFill/>
          </a:ln>
        </p:spPr>
      </p:pic>
      <p:pic>
        <p:nvPicPr>
          <p:cNvPr id="147" name="Google Shape;247;p27"/>
          <p:cNvPicPr/>
          <p:nvPr/>
        </p:nvPicPr>
        <p:blipFill>
          <a:blip r:embed="rId5"/>
          <a:stretch/>
        </p:blipFill>
        <p:spPr>
          <a:xfrm rot="5400000">
            <a:off x="3351960" y="2237040"/>
            <a:ext cx="1571760" cy="2036160"/>
          </a:xfrm>
          <a:prstGeom prst="rect">
            <a:avLst/>
          </a:prstGeom>
          <a:noFill/>
          <a:ln w="0">
            <a:noFill/>
          </a:ln>
        </p:spPr>
      </p:pic>
      <p:pic>
        <p:nvPicPr>
          <p:cNvPr id="148" name="Google Shape;248;p27"/>
          <p:cNvPicPr/>
          <p:nvPr/>
        </p:nvPicPr>
        <p:blipFill>
          <a:blip r:embed="rId8"/>
          <a:stretch/>
        </p:blipFill>
        <p:spPr>
          <a:xfrm rot="3900000">
            <a:off x="6370200" y="683640"/>
            <a:ext cx="2386440" cy="4381200"/>
          </a:xfrm>
          <a:prstGeom prst="rect">
            <a:avLst/>
          </a:prstGeom>
          <a:noFill/>
          <a:ln w="0">
            <a:noFill/>
          </a:ln>
        </p:spPr>
      </p:pic>
      <p:sp>
        <p:nvSpPr>
          <p:cNvPr id="149" name="PlaceHolder 1"/>
          <p:cNvSpPr>
            <a:spLocks noGrp="1"/>
          </p:cNvSpPr>
          <p:nvPr>
            <p:ph type="title"/>
          </p:nvPr>
        </p:nvSpPr>
        <p:spPr>
          <a:xfrm>
            <a:off x="1117800" y="838080"/>
            <a:ext cx="6908760" cy="115812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pic>
        <p:nvPicPr>
          <p:cNvPr id="150" name="Google Shape;250;p27"/>
          <p:cNvPicPr/>
          <p:nvPr/>
        </p:nvPicPr>
        <p:blipFill>
          <a:blip r:embed="rId2"/>
          <a:stretch/>
        </p:blipFill>
        <p:spPr>
          <a:xfrm rot="4734600">
            <a:off x="-860400" y="1085760"/>
            <a:ext cx="1923840" cy="4667040"/>
          </a:xfrm>
          <a:prstGeom prst="rect">
            <a:avLst/>
          </a:prstGeom>
          <a:noFill/>
          <a:ln w="0">
            <a:noFill/>
          </a:ln>
        </p:spPr>
      </p:pic>
      <p:pic>
        <p:nvPicPr>
          <p:cNvPr id="151" name="Google Shape;251;p27"/>
          <p:cNvPicPr/>
          <p:nvPr/>
        </p:nvPicPr>
        <p:blipFill>
          <a:blip r:embed="rId4"/>
          <a:stretch/>
        </p:blipFill>
        <p:spPr>
          <a:xfrm>
            <a:off x="502920" y="4252320"/>
            <a:ext cx="1840680" cy="1699560"/>
          </a:xfrm>
          <a:prstGeom prst="rect">
            <a:avLst/>
          </a:prstGeom>
          <a:noFill/>
          <a:ln w="0">
            <a:noFill/>
          </a:ln>
        </p:spPr>
      </p:pic>
      <p:pic>
        <p:nvPicPr>
          <p:cNvPr id="152" name="Google Shape;252;p27"/>
          <p:cNvPicPr/>
          <p:nvPr/>
        </p:nvPicPr>
        <p:blipFill>
          <a:blip r:embed="rId5"/>
          <a:stretch/>
        </p:blipFill>
        <p:spPr>
          <a:xfrm rot="5400000" flipH="1">
            <a:off x="197280" y="4249080"/>
            <a:ext cx="1571760" cy="2036160"/>
          </a:xfrm>
          <a:prstGeom prst="rect">
            <a:avLst/>
          </a:prstGeom>
          <a:noFill/>
          <a:ln w="0">
            <a:noFill/>
          </a:ln>
        </p:spPr>
      </p:pic>
      <p:pic>
        <p:nvPicPr>
          <p:cNvPr id="153" name="Google Shape;253;p27"/>
          <p:cNvPicPr/>
          <p:nvPr/>
        </p:nvPicPr>
        <p:blipFill>
          <a:blip r:embed="rId3"/>
          <a:stretch/>
        </p:blipFill>
        <p:spPr>
          <a:xfrm rot="3760800">
            <a:off x="-1204560" y="1537200"/>
            <a:ext cx="2001960" cy="4559040"/>
          </a:xfrm>
          <a:prstGeom prst="rect">
            <a:avLst/>
          </a:prstGeom>
          <a:noFill/>
          <a:ln w="0">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2_2">
    <p:bg>
      <p:bgPr>
        <a:solidFill>
          <a:schemeClr val="lt1"/>
        </a:solidFill>
        <a:effectLst/>
      </p:bgPr>
    </p:bg>
    <p:spTree>
      <p:nvGrpSpPr>
        <p:cNvPr id="1" name=""/>
        <p:cNvGrpSpPr/>
        <p:nvPr/>
      </p:nvGrpSpPr>
      <p:grpSpPr>
        <a:xfrm>
          <a:off x="0" y="0"/>
          <a:ext cx="0" cy="0"/>
          <a:chOff x="0" y="0"/>
          <a:chExt cx="0" cy="0"/>
        </a:xfrm>
      </p:grpSpPr>
      <p:sp>
        <p:nvSpPr>
          <p:cNvPr id="154" name="PlaceHolder 1"/>
          <p:cNvSpPr>
            <a:spLocks noGrp="1"/>
          </p:cNvSpPr>
          <p:nvPr>
            <p:ph type="title"/>
          </p:nvPr>
        </p:nvSpPr>
        <p:spPr>
          <a:xfrm>
            <a:off x="909360" y="3204360"/>
            <a:ext cx="216936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55"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56" name="PlaceHolder 3"/>
          <p:cNvSpPr>
            <a:spLocks noGrp="1"/>
          </p:cNvSpPr>
          <p:nvPr>
            <p:ph type="title"/>
          </p:nvPr>
        </p:nvSpPr>
        <p:spPr>
          <a:xfrm>
            <a:off x="3486960" y="3204360"/>
            <a:ext cx="216936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57" name="PlaceHolder 4"/>
          <p:cNvSpPr>
            <a:spLocks noGrp="1"/>
          </p:cNvSpPr>
          <p:nvPr>
            <p:ph type="title"/>
          </p:nvPr>
        </p:nvSpPr>
        <p:spPr>
          <a:xfrm>
            <a:off x="6064920" y="3204360"/>
            <a:ext cx="216936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158" name="Google Shape;262;p28"/>
          <p:cNvPicPr/>
          <p:nvPr/>
        </p:nvPicPr>
        <p:blipFill>
          <a:blip r:embed="rId2"/>
          <a:stretch/>
        </p:blipFill>
        <p:spPr>
          <a:xfrm rot="5400000">
            <a:off x="3366000" y="4494600"/>
            <a:ext cx="1392840" cy="1348920"/>
          </a:xfrm>
          <a:prstGeom prst="rect">
            <a:avLst/>
          </a:prstGeom>
          <a:noFill/>
          <a:ln w="0">
            <a:noFill/>
          </a:ln>
        </p:spPr>
      </p:pic>
      <p:pic>
        <p:nvPicPr>
          <p:cNvPr id="159" name="Google Shape;263;p28"/>
          <p:cNvPicPr/>
          <p:nvPr/>
        </p:nvPicPr>
        <p:blipFill>
          <a:blip r:embed="rId3"/>
          <a:stretch/>
        </p:blipFill>
        <p:spPr>
          <a:xfrm rot="16200000">
            <a:off x="8218440" y="3327840"/>
            <a:ext cx="1658520" cy="1531800"/>
          </a:xfrm>
          <a:prstGeom prst="rect">
            <a:avLst/>
          </a:prstGeom>
          <a:noFill/>
          <a:ln w="0">
            <a:noFill/>
          </a:ln>
        </p:spPr>
      </p:pic>
      <p:pic>
        <p:nvPicPr>
          <p:cNvPr id="160" name="Google Shape;264;p28"/>
          <p:cNvPicPr/>
          <p:nvPr/>
        </p:nvPicPr>
        <p:blipFill>
          <a:blip r:embed="rId4"/>
          <a:stretch/>
        </p:blipFill>
        <p:spPr>
          <a:xfrm rot="12244200">
            <a:off x="-231480" y="311400"/>
            <a:ext cx="1328400" cy="3223080"/>
          </a:xfrm>
          <a:prstGeom prst="rect">
            <a:avLst/>
          </a:prstGeom>
          <a:noFill/>
          <a:ln w="0">
            <a:noFill/>
          </a:ln>
        </p:spPr>
      </p:pic>
      <p:pic>
        <p:nvPicPr>
          <p:cNvPr id="161" name="Google Shape;265;p28"/>
          <p:cNvPicPr/>
          <p:nvPr/>
        </p:nvPicPr>
        <p:blipFill>
          <a:blip r:embed="rId5"/>
          <a:stretch/>
        </p:blipFill>
        <p:spPr>
          <a:xfrm rot="12988800">
            <a:off x="2644560" y="4492080"/>
            <a:ext cx="2834640" cy="2032560"/>
          </a:xfrm>
          <a:prstGeom prst="rect">
            <a:avLst/>
          </a:prstGeom>
          <a:noFill/>
          <a:ln w="0">
            <a:noFill/>
          </a:ln>
        </p:spPr>
      </p:pic>
      <p:pic>
        <p:nvPicPr>
          <p:cNvPr id="162" name="Google Shape;266;p28"/>
          <p:cNvPicPr/>
          <p:nvPr/>
        </p:nvPicPr>
        <p:blipFill>
          <a:blip r:embed="rId6"/>
          <a:stretch/>
        </p:blipFill>
        <p:spPr>
          <a:xfrm rot="16200000">
            <a:off x="7571160" y="-1739520"/>
            <a:ext cx="2001960" cy="4559040"/>
          </a:xfrm>
          <a:prstGeom prst="rect">
            <a:avLst/>
          </a:prstGeom>
          <a:noFill/>
          <a:ln w="0">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2_2_1">
    <p:bg>
      <p:bgPr>
        <a:solidFill>
          <a:schemeClr val="lt1"/>
        </a:solidFill>
        <a:effectLst/>
      </p:bgPr>
    </p:bg>
    <p:spTree>
      <p:nvGrpSpPr>
        <p:cNvPr id="1" name=""/>
        <p:cNvGrpSpPr/>
        <p:nvPr/>
      </p:nvGrpSpPr>
      <p:grpSpPr>
        <a:xfrm>
          <a:off x="0" y="0"/>
          <a:ext cx="0" cy="0"/>
          <a:chOff x="0" y="0"/>
          <a:chExt cx="0" cy="0"/>
        </a:xfrm>
      </p:grpSpPr>
      <p:sp>
        <p:nvSpPr>
          <p:cNvPr id="163" name="PlaceHolder 1"/>
          <p:cNvSpPr>
            <a:spLocks noGrp="1"/>
          </p:cNvSpPr>
          <p:nvPr>
            <p:ph type="title"/>
          </p:nvPr>
        </p:nvSpPr>
        <p:spPr>
          <a:xfrm>
            <a:off x="1986480" y="1320480"/>
            <a:ext cx="274860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64"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65" name="PlaceHolder 3"/>
          <p:cNvSpPr>
            <a:spLocks noGrp="1"/>
          </p:cNvSpPr>
          <p:nvPr>
            <p:ph type="title"/>
          </p:nvPr>
        </p:nvSpPr>
        <p:spPr>
          <a:xfrm>
            <a:off x="1986480" y="2410200"/>
            <a:ext cx="274860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66" name="PlaceHolder 4"/>
          <p:cNvSpPr>
            <a:spLocks noGrp="1"/>
          </p:cNvSpPr>
          <p:nvPr>
            <p:ph type="title"/>
          </p:nvPr>
        </p:nvSpPr>
        <p:spPr>
          <a:xfrm>
            <a:off x="1986480" y="3508200"/>
            <a:ext cx="274860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167" name="Google Shape;275;p29"/>
          <p:cNvPicPr/>
          <p:nvPr/>
        </p:nvPicPr>
        <p:blipFill>
          <a:blip r:embed="rId2"/>
          <a:stretch/>
        </p:blipFill>
        <p:spPr>
          <a:xfrm rot="18317400">
            <a:off x="8608680" y="2736720"/>
            <a:ext cx="1773720" cy="4039200"/>
          </a:xfrm>
          <a:prstGeom prst="rect">
            <a:avLst/>
          </a:prstGeom>
          <a:noFill/>
          <a:ln w="0">
            <a:noFill/>
          </a:ln>
        </p:spPr>
      </p:pic>
      <p:pic>
        <p:nvPicPr>
          <p:cNvPr id="168" name="Google Shape;276;p29"/>
          <p:cNvPicPr/>
          <p:nvPr/>
        </p:nvPicPr>
        <p:blipFill>
          <a:blip r:embed="rId3"/>
          <a:stretch/>
        </p:blipFill>
        <p:spPr>
          <a:xfrm rot="10800000">
            <a:off x="7797240" y="294120"/>
            <a:ext cx="2504160" cy="1436760"/>
          </a:xfrm>
          <a:prstGeom prst="rect">
            <a:avLst/>
          </a:prstGeom>
          <a:noFill/>
          <a:ln w="0">
            <a:noFill/>
          </a:ln>
        </p:spPr>
      </p:pic>
      <p:pic>
        <p:nvPicPr>
          <p:cNvPr id="169" name="Google Shape;277;p29"/>
          <p:cNvPicPr/>
          <p:nvPr/>
        </p:nvPicPr>
        <p:blipFill>
          <a:blip r:embed="rId4"/>
          <a:stretch/>
        </p:blipFill>
        <p:spPr>
          <a:xfrm rot="17100000">
            <a:off x="-1570320" y="1706040"/>
            <a:ext cx="3030840" cy="2172960"/>
          </a:xfrm>
          <a:prstGeom prst="rect">
            <a:avLst/>
          </a:prstGeom>
          <a:noFill/>
          <a:ln w="0">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14">
    <p:bg>
      <p:bgPr>
        <a:solidFill>
          <a:schemeClr val="lt1"/>
        </a:solidFill>
        <a:effectLst/>
      </p:bgPr>
    </p:bg>
    <p:spTree>
      <p:nvGrpSpPr>
        <p:cNvPr id="1" name=""/>
        <p:cNvGrpSpPr/>
        <p:nvPr/>
      </p:nvGrpSpPr>
      <p:grpSpPr>
        <a:xfrm>
          <a:off x="0" y="0"/>
          <a:ext cx="0" cy="0"/>
          <a:chOff x="0" y="0"/>
          <a:chExt cx="0" cy="0"/>
        </a:xfrm>
      </p:grpSpPr>
      <p:sp>
        <p:nvSpPr>
          <p:cNvPr id="170" name="PlaceHolder 1"/>
          <p:cNvSpPr>
            <a:spLocks noGrp="1"/>
          </p:cNvSpPr>
          <p:nvPr>
            <p:ph type="title"/>
          </p:nvPr>
        </p:nvSpPr>
        <p:spPr>
          <a:xfrm>
            <a:off x="757080" y="1306800"/>
            <a:ext cx="216936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71"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72" name="PlaceHolder 3"/>
          <p:cNvSpPr>
            <a:spLocks noGrp="1"/>
          </p:cNvSpPr>
          <p:nvPr>
            <p:ph type="title"/>
          </p:nvPr>
        </p:nvSpPr>
        <p:spPr>
          <a:xfrm>
            <a:off x="757080" y="3304800"/>
            <a:ext cx="216936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73" name="PlaceHolder 4"/>
          <p:cNvSpPr>
            <a:spLocks noGrp="1"/>
          </p:cNvSpPr>
          <p:nvPr>
            <p:ph type="title"/>
          </p:nvPr>
        </p:nvSpPr>
        <p:spPr>
          <a:xfrm>
            <a:off x="6217200" y="1306800"/>
            <a:ext cx="216936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74" name="PlaceHolder 5"/>
          <p:cNvSpPr>
            <a:spLocks noGrp="1"/>
          </p:cNvSpPr>
          <p:nvPr>
            <p:ph type="title"/>
          </p:nvPr>
        </p:nvSpPr>
        <p:spPr>
          <a:xfrm>
            <a:off x="6217200" y="3304800"/>
            <a:ext cx="216936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175" name="Google Shape;288;p30"/>
          <p:cNvPicPr/>
          <p:nvPr/>
        </p:nvPicPr>
        <p:blipFill>
          <a:blip r:embed="rId2"/>
          <a:stretch/>
        </p:blipFill>
        <p:spPr>
          <a:xfrm rot="5400000" flipH="1">
            <a:off x="-326520" y="-98640"/>
            <a:ext cx="1179000" cy="1527840"/>
          </a:xfrm>
          <a:prstGeom prst="rect">
            <a:avLst/>
          </a:prstGeom>
          <a:noFill/>
          <a:ln w="0">
            <a:noFill/>
          </a:ln>
        </p:spPr>
      </p:pic>
      <p:pic>
        <p:nvPicPr>
          <p:cNvPr id="176" name="Google Shape;289;p30"/>
          <p:cNvPicPr/>
          <p:nvPr/>
        </p:nvPicPr>
        <p:blipFill>
          <a:blip r:embed="rId3"/>
          <a:stretch/>
        </p:blipFill>
        <p:spPr>
          <a:xfrm>
            <a:off x="8148600" y="2558880"/>
            <a:ext cx="1796040" cy="4089960"/>
          </a:xfrm>
          <a:prstGeom prst="rect">
            <a:avLst/>
          </a:prstGeom>
          <a:noFill/>
          <a:ln w="0">
            <a:noFill/>
          </a:ln>
        </p:spPr>
      </p:pic>
      <p:pic>
        <p:nvPicPr>
          <p:cNvPr id="177" name="Google Shape;290;p30"/>
          <p:cNvPicPr/>
          <p:nvPr/>
        </p:nvPicPr>
        <p:blipFill>
          <a:blip r:embed="rId4"/>
          <a:stretch/>
        </p:blipFill>
        <p:spPr>
          <a:xfrm rot="14726400" flipH="1">
            <a:off x="-762120" y="4141440"/>
            <a:ext cx="2309760" cy="1325160"/>
          </a:xfrm>
          <a:prstGeom prst="rect">
            <a:avLst/>
          </a:prstGeom>
          <a:noFill/>
          <a:ln w="0">
            <a:noFill/>
          </a:ln>
        </p:spPr>
      </p:pic>
      <p:pic>
        <p:nvPicPr>
          <p:cNvPr id="178" name="Google Shape;291;p30"/>
          <p:cNvPicPr/>
          <p:nvPr/>
        </p:nvPicPr>
        <p:blipFill>
          <a:blip r:embed="rId4"/>
          <a:stretch/>
        </p:blipFill>
        <p:spPr>
          <a:xfrm rot="14726400" flipH="1">
            <a:off x="7891560" y="-338400"/>
            <a:ext cx="2309760" cy="1325160"/>
          </a:xfrm>
          <a:prstGeom prst="rect">
            <a:avLst/>
          </a:prstGeom>
          <a:noFill/>
          <a:ln w="0">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sp>
        <p:nvSpPr>
          <p:cNvPr id="179"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80" name="PlaceHolder 2"/>
          <p:cNvSpPr>
            <a:spLocks noGrp="1"/>
          </p:cNvSpPr>
          <p:nvPr>
            <p:ph type="body"/>
          </p:nvPr>
        </p:nvSpPr>
        <p:spPr>
          <a:xfrm>
            <a:off x="713160" y="1187640"/>
            <a:ext cx="7717320" cy="34160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2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2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2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2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200" b="0" u="none" strike="noStrike">
                <a:solidFill>
                  <a:srgbClr val="000000"/>
                </a:solidFill>
                <a:effectLst/>
                <a:uFillTx/>
                <a:latin typeface="Arial"/>
              </a:rPr>
              <a:t>Seventh Outline Level</a:t>
            </a:r>
          </a:p>
        </p:txBody>
      </p:sp>
      <p:pic>
        <p:nvPicPr>
          <p:cNvPr id="181" name="Google Shape;29;p4"/>
          <p:cNvPicPr/>
          <p:nvPr/>
        </p:nvPicPr>
        <p:blipFill>
          <a:blip r:embed="rId2"/>
          <a:stretch/>
        </p:blipFill>
        <p:spPr>
          <a:xfrm rot="5400000">
            <a:off x="7018560" y="-1769040"/>
            <a:ext cx="1733400" cy="3947040"/>
          </a:xfrm>
          <a:prstGeom prst="rect">
            <a:avLst/>
          </a:prstGeom>
          <a:noFill/>
          <a:ln w="0">
            <a:noFill/>
          </a:ln>
        </p:spPr>
      </p:pic>
      <p:pic>
        <p:nvPicPr>
          <p:cNvPr id="182" name="Google Shape;30;p4"/>
          <p:cNvPicPr/>
          <p:nvPr/>
        </p:nvPicPr>
        <p:blipFill>
          <a:blip r:embed="rId3"/>
          <a:stretch/>
        </p:blipFill>
        <p:spPr>
          <a:xfrm rot="5400000">
            <a:off x="-2142360" y="1694520"/>
            <a:ext cx="3538080" cy="2030040"/>
          </a:xfrm>
          <a:prstGeom prst="rect">
            <a:avLst/>
          </a:prstGeom>
          <a:noFill/>
          <a:ln w="0">
            <a:noFill/>
          </a:ln>
        </p:spPr>
      </p:pic>
      <p:pic>
        <p:nvPicPr>
          <p:cNvPr id="183" name="Google Shape;31;p4"/>
          <p:cNvPicPr/>
          <p:nvPr/>
        </p:nvPicPr>
        <p:blipFill>
          <a:blip r:embed="rId4"/>
          <a:stretch/>
        </p:blipFill>
        <p:spPr>
          <a:xfrm>
            <a:off x="8430840" y="2721240"/>
            <a:ext cx="1665720" cy="1613160"/>
          </a:xfrm>
          <a:prstGeom prst="rect">
            <a:avLst/>
          </a:prstGeom>
          <a:noFill/>
          <a:ln w="0">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2_1">
    <p:bg>
      <p:bgPr>
        <a:solidFill>
          <a:schemeClr val="lt1"/>
        </a:solidFill>
        <a:effectLst/>
      </p:bgPr>
    </p:bg>
    <p:spTree>
      <p:nvGrpSpPr>
        <p:cNvPr id="1" name=""/>
        <p:cNvGrpSpPr/>
        <p:nvPr/>
      </p:nvGrpSpPr>
      <p:grpSpPr>
        <a:xfrm>
          <a:off x="0" y="0"/>
          <a:ext cx="0" cy="0"/>
          <a:chOff x="0" y="0"/>
          <a:chExt cx="0" cy="0"/>
        </a:xfrm>
      </p:grpSpPr>
      <p:sp>
        <p:nvSpPr>
          <p:cNvPr id="184" name="PlaceHolder 1"/>
          <p:cNvSpPr>
            <a:spLocks noGrp="1"/>
          </p:cNvSpPr>
          <p:nvPr>
            <p:ph type="title"/>
          </p:nvPr>
        </p:nvSpPr>
        <p:spPr>
          <a:xfrm>
            <a:off x="1624320" y="1629000"/>
            <a:ext cx="2693520" cy="4212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85"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86" name="PlaceHolder 3"/>
          <p:cNvSpPr>
            <a:spLocks noGrp="1"/>
          </p:cNvSpPr>
          <p:nvPr>
            <p:ph type="title"/>
          </p:nvPr>
        </p:nvSpPr>
        <p:spPr>
          <a:xfrm>
            <a:off x="4825440" y="1629000"/>
            <a:ext cx="2693520" cy="4212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87" name="PlaceHolder 4"/>
          <p:cNvSpPr>
            <a:spLocks noGrp="1"/>
          </p:cNvSpPr>
          <p:nvPr>
            <p:ph type="title"/>
          </p:nvPr>
        </p:nvSpPr>
        <p:spPr>
          <a:xfrm>
            <a:off x="1624320" y="2998080"/>
            <a:ext cx="2693520" cy="4212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88" name="PlaceHolder 5"/>
          <p:cNvSpPr>
            <a:spLocks noGrp="1"/>
          </p:cNvSpPr>
          <p:nvPr>
            <p:ph type="title"/>
          </p:nvPr>
        </p:nvSpPr>
        <p:spPr>
          <a:xfrm>
            <a:off x="4825440" y="2998080"/>
            <a:ext cx="2693520" cy="4212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189" name="Google Shape;302;p31"/>
          <p:cNvPicPr/>
          <p:nvPr/>
        </p:nvPicPr>
        <p:blipFill>
          <a:blip r:embed="rId2"/>
          <a:stretch/>
        </p:blipFill>
        <p:spPr>
          <a:xfrm rot="7138800">
            <a:off x="7706160" y="-1163520"/>
            <a:ext cx="1449360" cy="3300120"/>
          </a:xfrm>
          <a:prstGeom prst="rect">
            <a:avLst/>
          </a:prstGeom>
          <a:noFill/>
          <a:ln w="0">
            <a:noFill/>
          </a:ln>
        </p:spPr>
      </p:pic>
      <p:pic>
        <p:nvPicPr>
          <p:cNvPr id="190" name="Google Shape;303;p31"/>
          <p:cNvPicPr/>
          <p:nvPr/>
        </p:nvPicPr>
        <p:blipFill>
          <a:blip r:embed="rId3"/>
          <a:stretch/>
        </p:blipFill>
        <p:spPr>
          <a:xfrm rot="5400000">
            <a:off x="-615960" y="384840"/>
            <a:ext cx="1392840" cy="1348920"/>
          </a:xfrm>
          <a:prstGeom prst="rect">
            <a:avLst/>
          </a:prstGeom>
          <a:noFill/>
          <a:ln w="0">
            <a:noFill/>
          </a:ln>
        </p:spPr>
      </p:pic>
      <p:pic>
        <p:nvPicPr>
          <p:cNvPr id="191" name="Google Shape;304;p31"/>
          <p:cNvPicPr/>
          <p:nvPr/>
        </p:nvPicPr>
        <p:blipFill>
          <a:blip r:embed="rId4"/>
          <a:stretch/>
        </p:blipFill>
        <p:spPr>
          <a:xfrm rot="16200000">
            <a:off x="5172120" y="3734280"/>
            <a:ext cx="1315440" cy="3191040"/>
          </a:xfrm>
          <a:prstGeom prst="rect">
            <a:avLst/>
          </a:prstGeom>
          <a:noFill/>
          <a:ln w="0">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13">
    <p:bg>
      <p:bgPr>
        <a:solidFill>
          <a:schemeClr val="lt1"/>
        </a:solidFill>
        <a:effectLst/>
      </p:bgPr>
    </p:bg>
    <p:spTree>
      <p:nvGrpSpPr>
        <p:cNvPr id="1" name=""/>
        <p:cNvGrpSpPr/>
        <p:nvPr/>
      </p:nvGrpSpPr>
      <p:grpSpPr>
        <a:xfrm>
          <a:off x="0" y="0"/>
          <a:ext cx="0" cy="0"/>
          <a:chOff x="0" y="0"/>
          <a:chExt cx="0" cy="0"/>
        </a:xfrm>
      </p:grpSpPr>
      <p:sp>
        <p:nvSpPr>
          <p:cNvPr id="192" name="PlaceHolder 1"/>
          <p:cNvSpPr>
            <a:spLocks noGrp="1"/>
          </p:cNvSpPr>
          <p:nvPr>
            <p:ph type="title"/>
          </p:nvPr>
        </p:nvSpPr>
        <p:spPr>
          <a:xfrm>
            <a:off x="909360" y="152532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93"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194" name="PlaceHolder 3"/>
          <p:cNvSpPr>
            <a:spLocks noGrp="1"/>
          </p:cNvSpPr>
          <p:nvPr>
            <p:ph type="title"/>
          </p:nvPr>
        </p:nvSpPr>
        <p:spPr>
          <a:xfrm>
            <a:off x="3487320" y="1525320"/>
            <a:ext cx="2169360" cy="38088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95" name="PlaceHolder 4"/>
          <p:cNvSpPr>
            <a:spLocks noGrp="1"/>
          </p:cNvSpPr>
          <p:nvPr>
            <p:ph type="title"/>
          </p:nvPr>
        </p:nvSpPr>
        <p:spPr>
          <a:xfrm>
            <a:off x="6064920" y="1525320"/>
            <a:ext cx="2169360" cy="38088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96" name="PlaceHolder 5"/>
          <p:cNvSpPr>
            <a:spLocks noGrp="1"/>
          </p:cNvSpPr>
          <p:nvPr>
            <p:ph type="title"/>
          </p:nvPr>
        </p:nvSpPr>
        <p:spPr>
          <a:xfrm>
            <a:off x="2198520" y="302328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197" name="PlaceHolder 6"/>
          <p:cNvSpPr>
            <a:spLocks noGrp="1"/>
          </p:cNvSpPr>
          <p:nvPr>
            <p:ph type="title"/>
          </p:nvPr>
        </p:nvSpPr>
        <p:spPr>
          <a:xfrm>
            <a:off x="4776120" y="3023280"/>
            <a:ext cx="2169360" cy="4489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198" name="Google Shape;317;p32"/>
          <p:cNvPicPr/>
          <p:nvPr/>
        </p:nvPicPr>
        <p:blipFill>
          <a:blip r:embed="rId2"/>
          <a:stretch/>
        </p:blipFill>
        <p:spPr>
          <a:xfrm rot="6199800">
            <a:off x="-233280" y="3711960"/>
            <a:ext cx="1858320" cy="1799640"/>
          </a:xfrm>
          <a:prstGeom prst="rect">
            <a:avLst/>
          </a:prstGeom>
          <a:noFill/>
          <a:ln w="0">
            <a:noFill/>
          </a:ln>
        </p:spPr>
      </p:pic>
      <p:pic>
        <p:nvPicPr>
          <p:cNvPr id="199" name="Google Shape;318;p32"/>
          <p:cNvPicPr/>
          <p:nvPr/>
        </p:nvPicPr>
        <p:blipFill>
          <a:blip r:embed="rId3"/>
          <a:stretch/>
        </p:blipFill>
        <p:spPr>
          <a:xfrm rot="13788600">
            <a:off x="-1299960" y="3696840"/>
            <a:ext cx="3781800" cy="2711520"/>
          </a:xfrm>
          <a:prstGeom prst="rect">
            <a:avLst/>
          </a:prstGeom>
          <a:noFill/>
          <a:ln w="0">
            <a:noFill/>
          </a:ln>
        </p:spPr>
      </p:pic>
      <p:pic>
        <p:nvPicPr>
          <p:cNvPr id="200" name="Google Shape;319;p32"/>
          <p:cNvPicPr/>
          <p:nvPr/>
        </p:nvPicPr>
        <p:blipFill>
          <a:blip r:embed="rId2"/>
          <a:stretch/>
        </p:blipFill>
        <p:spPr>
          <a:xfrm rot="15400200" flipH="1">
            <a:off x="7533720" y="3711960"/>
            <a:ext cx="1858320" cy="1799640"/>
          </a:xfrm>
          <a:prstGeom prst="rect">
            <a:avLst/>
          </a:prstGeom>
          <a:noFill/>
          <a:ln w="0">
            <a:noFill/>
          </a:ln>
        </p:spPr>
      </p:pic>
      <p:pic>
        <p:nvPicPr>
          <p:cNvPr id="201" name="Google Shape;320;p32"/>
          <p:cNvPicPr/>
          <p:nvPr/>
        </p:nvPicPr>
        <p:blipFill>
          <a:blip r:embed="rId3"/>
          <a:stretch/>
        </p:blipFill>
        <p:spPr>
          <a:xfrm rot="7811400" flipH="1">
            <a:off x="6676560" y="3696840"/>
            <a:ext cx="3781800" cy="2711520"/>
          </a:xfrm>
          <a:prstGeom prst="rect">
            <a:avLst/>
          </a:prstGeom>
          <a:noFill/>
          <a:ln w="0">
            <a:noFill/>
          </a:ln>
        </p:spPr>
      </p:pic>
      <p:pic>
        <p:nvPicPr>
          <p:cNvPr id="202" name="Google Shape;321;p32"/>
          <p:cNvPicPr/>
          <p:nvPr/>
        </p:nvPicPr>
        <p:blipFill>
          <a:blip r:embed="rId4"/>
          <a:stretch/>
        </p:blipFill>
        <p:spPr>
          <a:xfrm rot="10800000" flipH="1">
            <a:off x="7789680" y="-309600"/>
            <a:ext cx="1571760" cy="2036160"/>
          </a:xfrm>
          <a:prstGeom prst="rect">
            <a:avLst/>
          </a:prstGeom>
          <a:noFill/>
          <a:ln w="0">
            <a:noFill/>
          </a:ln>
        </p:spPr>
      </p:pic>
      <p:pic>
        <p:nvPicPr>
          <p:cNvPr id="203" name="Google Shape;322;p32"/>
          <p:cNvPicPr/>
          <p:nvPr/>
        </p:nvPicPr>
        <p:blipFill>
          <a:blip r:embed="rId5"/>
          <a:stretch/>
        </p:blipFill>
        <p:spPr>
          <a:xfrm rot="12740400">
            <a:off x="-496440" y="-345240"/>
            <a:ext cx="2568600" cy="1473840"/>
          </a:xfrm>
          <a:prstGeom prst="rect">
            <a:avLst/>
          </a:prstGeom>
          <a:noFill/>
          <a:ln w="0">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CUSTOM_15">
    <p:bg>
      <p:bgPr>
        <a:solidFill>
          <a:schemeClr val="lt1"/>
        </a:solidFill>
        <a:effectLst/>
      </p:bgPr>
    </p:bg>
    <p:spTree>
      <p:nvGrpSpPr>
        <p:cNvPr id="1" name=""/>
        <p:cNvGrpSpPr/>
        <p:nvPr/>
      </p:nvGrpSpPr>
      <p:grpSpPr>
        <a:xfrm>
          <a:off x="0" y="0"/>
          <a:ext cx="0" cy="0"/>
          <a:chOff x="0" y="0"/>
          <a:chExt cx="0" cy="0"/>
        </a:xfrm>
      </p:grpSpPr>
      <p:sp>
        <p:nvSpPr>
          <p:cNvPr id="204" name="PlaceHolder 1"/>
          <p:cNvSpPr>
            <a:spLocks noGrp="1"/>
          </p:cNvSpPr>
          <p:nvPr>
            <p:ph type="title"/>
          </p:nvPr>
        </p:nvSpPr>
        <p:spPr>
          <a:xfrm>
            <a:off x="4984200" y="768240"/>
            <a:ext cx="3445920" cy="11271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pic>
        <p:nvPicPr>
          <p:cNvPr id="205" name="Google Shape;325;p33"/>
          <p:cNvPicPr/>
          <p:nvPr/>
        </p:nvPicPr>
        <p:blipFill>
          <a:blip r:embed="rId2"/>
          <a:stretch/>
        </p:blipFill>
        <p:spPr>
          <a:xfrm rot="11094600" flipH="1">
            <a:off x="6663600" y="1616040"/>
            <a:ext cx="2309760" cy="1325160"/>
          </a:xfrm>
          <a:prstGeom prst="rect">
            <a:avLst/>
          </a:prstGeom>
          <a:noFill/>
          <a:ln w="0">
            <a:noFill/>
          </a:ln>
        </p:spPr>
      </p:pic>
      <p:pic>
        <p:nvPicPr>
          <p:cNvPr id="206" name="Google Shape;326;p33"/>
          <p:cNvPicPr/>
          <p:nvPr/>
        </p:nvPicPr>
        <p:blipFill>
          <a:blip r:embed="rId3"/>
          <a:stretch/>
        </p:blipFill>
        <p:spPr>
          <a:xfrm rot="19368600" flipH="1">
            <a:off x="4793040" y="2004120"/>
            <a:ext cx="1654920" cy="1602360"/>
          </a:xfrm>
          <a:prstGeom prst="rect">
            <a:avLst/>
          </a:prstGeom>
          <a:noFill/>
          <a:ln w="0">
            <a:noFill/>
          </a:ln>
        </p:spPr>
      </p:pic>
      <p:pic>
        <p:nvPicPr>
          <p:cNvPr id="207" name="Google Shape;327;p33"/>
          <p:cNvPicPr/>
          <p:nvPr/>
        </p:nvPicPr>
        <p:blipFill>
          <a:blip r:embed="rId4"/>
          <a:stretch/>
        </p:blipFill>
        <p:spPr>
          <a:xfrm rot="17769600" flipH="1">
            <a:off x="5663520" y="1071000"/>
            <a:ext cx="1733400" cy="3947040"/>
          </a:xfrm>
          <a:prstGeom prst="rect">
            <a:avLst/>
          </a:prstGeom>
          <a:noFill/>
          <a:ln w="0">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CUSTOM_16">
    <p:bg>
      <p:bgPr>
        <a:solidFill>
          <a:schemeClr val="lt1"/>
        </a:solidFill>
        <a:effectLst/>
      </p:bgPr>
    </p:bg>
    <p:spTree>
      <p:nvGrpSpPr>
        <p:cNvPr id="1" name=""/>
        <p:cNvGrpSpPr/>
        <p:nvPr/>
      </p:nvGrpSpPr>
      <p:grpSpPr>
        <a:xfrm>
          <a:off x="0" y="0"/>
          <a:ext cx="0" cy="0"/>
          <a:chOff x="0" y="0"/>
          <a:chExt cx="0" cy="0"/>
        </a:xfrm>
      </p:grpSpPr>
      <p:sp>
        <p:nvSpPr>
          <p:cNvPr id="208" name="PlaceHolder 1"/>
          <p:cNvSpPr>
            <a:spLocks noGrp="1"/>
          </p:cNvSpPr>
          <p:nvPr>
            <p:ph type="title"/>
          </p:nvPr>
        </p:nvSpPr>
        <p:spPr>
          <a:xfrm>
            <a:off x="909360" y="2823480"/>
            <a:ext cx="2169360" cy="57240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sp>
        <p:nvSpPr>
          <p:cNvPr id="209"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210" name="PlaceHolder 3"/>
          <p:cNvSpPr>
            <a:spLocks noGrp="1"/>
          </p:cNvSpPr>
          <p:nvPr>
            <p:ph type="title"/>
          </p:nvPr>
        </p:nvSpPr>
        <p:spPr>
          <a:xfrm>
            <a:off x="3487320" y="2823480"/>
            <a:ext cx="2169360" cy="57240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sp>
        <p:nvSpPr>
          <p:cNvPr id="211" name="PlaceHolder 4"/>
          <p:cNvSpPr>
            <a:spLocks noGrp="1"/>
          </p:cNvSpPr>
          <p:nvPr>
            <p:ph type="title"/>
          </p:nvPr>
        </p:nvSpPr>
        <p:spPr>
          <a:xfrm>
            <a:off x="6064920" y="2823480"/>
            <a:ext cx="2169360" cy="572400"/>
          </a:xfrm>
          <a:prstGeom prst="rect">
            <a:avLst/>
          </a:prstGeom>
          <a:noFill/>
          <a:ln w="0">
            <a:noFill/>
          </a:ln>
        </p:spPr>
        <p:txBody>
          <a:bodyPr lIns="91440" tIns="91440" rIns="91440" bIns="91440" anchor="ctr">
            <a:noAutofit/>
          </a:bodyPr>
          <a:lstStyle/>
          <a:p>
            <a:pPr indent="0">
              <a:buNone/>
            </a:pPr>
            <a:r>
              <a:rPr lang="fr-FR" sz="2200" b="0" u="none" strike="noStrike">
                <a:solidFill>
                  <a:schemeClr val="dk1"/>
                </a:solidFill>
                <a:effectLst/>
                <a:uFillTx/>
                <a:latin typeface="Arial"/>
              </a:rPr>
              <a:t>Click to edit the title text format</a:t>
            </a:r>
          </a:p>
        </p:txBody>
      </p:sp>
      <p:pic>
        <p:nvPicPr>
          <p:cNvPr id="212" name="Google Shape;336;p34"/>
          <p:cNvPicPr/>
          <p:nvPr/>
        </p:nvPicPr>
        <p:blipFill>
          <a:blip r:embed="rId2"/>
          <a:stretch/>
        </p:blipFill>
        <p:spPr>
          <a:xfrm rot="5400000">
            <a:off x="3366000" y="4494600"/>
            <a:ext cx="1392840" cy="1348920"/>
          </a:xfrm>
          <a:prstGeom prst="rect">
            <a:avLst/>
          </a:prstGeom>
          <a:noFill/>
          <a:ln w="0">
            <a:noFill/>
          </a:ln>
        </p:spPr>
      </p:pic>
      <p:pic>
        <p:nvPicPr>
          <p:cNvPr id="213" name="Google Shape;337;p34"/>
          <p:cNvPicPr/>
          <p:nvPr/>
        </p:nvPicPr>
        <p:blipFill>
          <a:blip r:embed="rId3"/>
          <a:stretch/>
        </p:blipFill>
        <p:spPr>
          <a:xfrm rot="5400000" flipH="1">
            <a:off x="-894600" y="3327840"/>
            <a:ext cx="1658520" cy="1531800"/>
          </a:xfrm>
          <a:prstGeom prst="rect">
            <a:avLst/>
          </a:prstGeom>
          <a:noFill/>
          <a:ln w="0">
            <a:noFill/>
          </a:ln>
        </p:spPr>
      </p:pic>
      <p:pic>
        <p:nvPicPr>
          <p:cNvPr id="214" name="Google Shape;338;p34"/>
          <p:cNvPicPr/>
          <p:nvPr/>
        </p:nvPicPr>
        <p:blipFill>
          <a:blip r:embed="rId4"/>
          <a:stretch/>
        </p:blipFill>
        <p:spPr>
          <a:xfrm rot="9355800" flipH="1">
            <a:off x="7885080" y="311400"/>
            <a:ext cx="1328400" cy="3223080"/>
          </a:xfrm>
          <a:prstGeom prst="rect">
            <a:avLst/>
          </a:prstGeom>
          <a:noFill/>
          <a:ln w="0">
            <a:noFill/>
          </a:ln>
        </p:spPr>
      </p:pic>
      <p:pic>
        <p:nvPicPr>
          <p:cNvPr id="215" name="Google Shape;339;p34"/>
          <p:cNvPicPr/>
          <p:nvPr/>
        </p:nvPicPr>
        <p:blipFill>
          <a:blip r:embed="rId5"/>
          <a:stretch/>
        </p:blipFill>
        <p:spPr>
          <a:xfrm rot="16200000">
            <a:off x="-1988280" y="-2484360"/>
            <a:ext cx="2001960" cy="4559040"/>
          </a:xfrm>
          <a:prstGeom prst="rect">
            <a:avLst/>
          </a:prstGeom>
          <a:noFill/>
          <a:ln w="0">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CUSTOM_18">
    <p:bg>
      <p:bgPr>
        <a:solidFill>
          <a:schemeClr val="lt1"/>
        </a:solidFill>
        <a:effectLst/>
      </p:bgPr>
    </p:bg>
    <p:spTree>
      <p:nvGrpSpPr>
        <p:cNvPr id="1" name=""/>
        <p:cNvGrpSpPr/>
        <p:nvPr/>
      </p:nvGrpSpPr>
      <p:grpSpPr>
        <a:xfrm>
          <a:off x="0" y="0"/>
          <a:ext cx="0" cy="0"/>
          <a:chOff x="0" y="0"/>
          <a:chExt cx="0" cy="0"/>
        </a:xfrm>
      </p:grpSpPr>
      <p:pic>
        <p:nvPicPr>
          <p:cNvPr id="216" name="Google Shape;341;p35"/>
          <p:cNvPicPr/>
          <p:nvPr/>
        </p:nvPicPr>
        <p:blipFill>
          <a:blip r:embed="rId2"/>
          <a:stretch/>
        </p:blipFill>
        <p:spPr>
          <a:xfrm rot="3883200">
            <a:off x="6949440" y="2701080"/>
            <a:ext cx="2568600" cy="1473840"/>
          </a:xfrm>
          <a:prstGeom prst="rect">
            <a:avLst/>
          </a:prstGeom>
          <a:noFill/>
          <a:ln w="0">
            <a:noFill/>
          </a:ln>
        </p:spPr>
      </p:pic>
      <p:pic>
        <p:nvPicPr>
          <p:cNvPr id="217" name="Google Shape;342;p35"/>
          <p:cNvPicPr/>
          <p:nvPr/>
        </p:nvPicPr>
        <p:blipFill>
          <a:blip r:embed="rId3"/>
          <a:stretch/>
        </p:blipFill>
        <p:spPr>
          <a:xfrm>
            <a:off x="8070120" y="824040"/>
            <a:ext cx="1840680" cy="1782360"/>
          </a:xfrm>
          <a:prstGeom prst="rect">
            <a:avLst/>
          </a:prstGeom>
          <a:noFill/>
          <a:ln w="0">
            <a:noFill/>
          </a:ln>
        </p:spPr>
      </p:pic>
      <p:pic>
        <p:nvPicPr>
          <p:cNvPr id="218" name="Google Shape;343;p35"/>
          <p:cNvPicPr/>
          <p:nvPr/>
        </p:nvPicPr>
        <p:blipFill>
          <a:blip r:embed="rId4"/>
          <a:stretch/>
        </p:blipFill>
        <p:spPr>
          <a:xfrm rot="19960800">
            <a:off x="8218800" y="3060720"/>
            <a:ext cx="1733400" cy="3947040"/>
          </a:xfrm>
          <a:prstGeom prst="rect">
            <a:avLst/>
          </a:prstGeom>
          <a:noFill/>
          <a:ln w="0">
            <a:noFill/>
          </a:ln>
        </p:spPr>
      </p:pic>
      <p:pic>
        <p:nvPicPr>
          <p:cNvPr id="219" name="Google Shape;344;p35"/>
          <p:cNvPicPr/>
          <p:nvPr/>
        </p:nvPicPr>
        <p:blipFill>
          <a:blip r:embed="rId3"/>
          <a:stretch/>
        </p:blipFill>
        <p:spPr>
          <a:xfrm rot="5400000">
            <a:off x="5587560" y="3103560"/>
            <a:ext cx="1947240" cy="1885320"/>
          </a:xfrm>
          <a:prstGeom prst="rect">
            <a:avLst/>
          </a:prstGeom>
          <a:noFill/>
          <a:ln w="0">
            <a:noFill/>
          </a:ln>
        </p:spPr>
      </p:pic>
      <p:pic>
        <p:nvPicPr>
          <p:cNvPr id="220" name="Google Shape;345;p35"/>
          <p:cNvPicPr/>
          <p:nvPr/>
        </p:nvPicPr>
        <p:blipFill>
          <a:blip r:embed="rId5"/>
          <a:stretch/>
        </p:blipFill>
        <p:spPr>
          <a:xfrm rot="10800000">
            <a:off x="5851080" y="-815400"/>
            <a:ext cx="2927160" cy="2270880"/>
          </a:xfrm>
          <a:prstGeom prst="rect">
            <a:avLst/>
          </a:prstGeom>
          <a:noFill/>
          <a:ln w="0">
            <a:noFill/>
          </a:ln>
        </p:spPr>
      </p:pic>
      <p:pic>
        <p:nvPicPr>
          <p:cNvPr id="221" name="Google Shape;346;p35"/>
          <p:cNvPicPr/>
          <p:nvPr/>
        </p:nvPicPr>
        <p:blipFill>
          <a:blip r:embed="rId6"/>
          <a:stretch/>
        </p:blipFill>
        <p:spPr>
          <a:xfrm rot="7597200">
            <a:off x="5367600" y="1429920"/>
            <a:ext cx="2386440" cy="4381200"/>
          </a:xfrm>
          <a:prstGeom prst="rect">
            <a:avLst/>
          </a:prstGeom>
          <a:noFill/>
          <a:ln w="0">
            <a:noFill/>
          </a:ln>
        </p:spPr>
      </p:pic>
      <p:sp>
        <p:nvSpPr>
          <p:cNvPr id="222" name="PlaceHolder 1"/>
          <p:cNvSpPr>
            <a:spLocks noGrp="1"/>
          </p:cNvSpPr>
          <p:nvPr>
            <p:ph type="title"/>
          </p:nvPr>
        </p:nvSpPr>
        <p:spPr>
          <a:xfrm>
            <a:off x="713160" y="1581120"/>
            <a:ext cx="4436640" cy="1406520"/>
          </a:xfrm>
          <a:prstGeom prst="rect">
            <a:avLst/>
          </a:prstGeom>
          <a:noFill/>
          <a:ln w="0">
            <a:noFill/>
          </a:ln>
        </p:spPr>
        <p:txBody>
          <a:bodyPr lIns="91440" tIns="91440" rIns="91440" bIns="91440" anchor="t">
            <a:noAutofit/>
          </a:bodyPr>
          <a:lstStyle/>
          <a:p>
            <a:pPr indent="0">
              <a:lnSpc>
                <a:spcPct val="100000"/>
              </a:lnSpc>
              <a:buNone/>
            </a:pPr>
            <a:r>
              <a:rPr lang="fr-FR" sz="9600" b="0" u="none" strike="noStrike">
                <a:solidFill>
                  <a:schemeClr val="dk1"/>
                </a:solidFill>
                <a:effectLst/>
                <a:uFillTx/>
                <a:latin typeface="DM Serif Display"/>
                <a:ea typeface="DM Serif Display"/>
              </a:rPr>
              <a:t>xx%</a:t>
            </a:r>
            <a:endParaRPr lang="fr-FR" sz="9600" b="0" u="none" strike="noStrike">
              <a:solidFill>
                <a:schemeClr val="dk1"/>
              </a:solidFill>
              <a:effectLst/>
              <a:uFillTx/>
              <a:latin typeface="Arial"/>
            </a:endParaRPr>
          </a:p>
        </p:txBody>
      </p:sp>
      <p:sp>
        <p:nvSpPr>
          <p:cNvPr id="223" name="PlaceHolder 2"/>
          <p:cNvSpPr>
            <a:spLocks noGrp="1"/>
          </p:cNvSpPr>
          <p:nvPr>
            <p:ph type="body"/>
          </p:nvPr>
        </p:nvSpPr>
        <p:spPr>
          <a:xfrm>
            <a:off x="713160" y="3072600"/>
            <a:ext cx="4436640" cy="48924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pic>
        <p:nvPicPr>
          <p:cNvPr id="224" name="Google Shape;349;p35"/>
          <p:cNvPicPr/>
          <p:nvPr/>
        </p:nvPicPr>
        <p:blipFill>
          <a:blip r:embed="rId4"/>
          <a:stretch/>
        </p:blipFill>
        <p:spPr>
          <a:xfrm rot="18705000">
            <a:off x="5600160" y="-716760"/>
            <a:ext cx="1733400" cy="3947040"/>
          </a:xfrm>
          <a:prstGeom prst="rect">
            <a:avLst/>
          </a:prstGeom>
          <a:noFill/>
          <a:ln w="0">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CUSTOM_19">
    <p:bg>
      <p:bgPr>
        <a:solidFill>
          <a:schemeClr val="lt1"/>
        </a:solidFill>
        <a:effectLst/>
      </p:bgPr>
    </p:bg>
    <p:spTree>
      <p:nvGrpSpPr>
        <p:cNvPr id="1" name=""/>
        <p:cNvGrpSpPr/>
        <p:nvPr/>
      </p:nvGrpSpPr>
      <p:grpSpPr>
        <a:xfrm>
          <a:off x="0" y="0"/>
          <a:ext cx="0" cy="0"/>
          <a:chOff x="0" y="0"/>
          <a:chExt cx="0" cy="0"/>
        </a:xfrm>
      </p:grpSpPr>
      <p:sp>
        <p:nvSpPr>
          <p:cNvPr id="225" name="PlaceHolder 1"/>
          <p:cNvSpPr>
            <a:spLocks noGrp="1"/>
          </p:cNvSpPr>
          <p:nvPr>
            <p:ph type="title"/>
          </p:nvPr>
        </p:nvSpPr>
        <p:spPr>
          <a:xfrm>
            <a:off x="1961280" y="2057400"/>
            <a:ext cx="5220720" cy="6015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226" name="PlaceHolder 2"/>
          <p:cNvSpPr>
            <a:spLocks noGrp="1"/>
          </p:cNvSpPr>
          <p:nvPr>
            <p:ph type="body"/>
          </p:nvPr>
        </p:nvSpPr>
        <p:spPr>
          <a:xfrm>
            <a:off x="1961280" y="2718000"/>
            <a:ext cx="5220720" cy="14346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pic>
        <p:nvPicPr>
          <p:cNvPr id="227" name="Google Shape;353;p36"/>
          <p:cNvPicPr/>
          <p:nvPr/>
        </p:nvPicPr>
        <p:blipFill>
          <a:blip r:embed="rId2"/>
          <a:stretch/>
        </p:blipFill>
        <p:spPr>
          <a:xfrm rot="5400000">
            <a:off x="7175520" y="3103560"/>
            <a:ext cx="1947240" cy="1885320"/>
          </a:xfrm>
          <a:prstGeom prst="rect">
            <a:avLst/>
          </a:prstGeom>
          <a:noFill/>
          <a:ln w="0">
            <a:noFill/>
          </a:ln>
        </p:spPr>
      </p:pic>
      <p:pic>
        <p:nvPicPr>
          <p:cNvPr id="228" name="Google Shape;354;p36"/>
          <p:cNvPicPr/>
          <p:nvPr/>
        </p:nvPicPr>
        <p:blipFill>
          <a:blip r:embed="rId3"/>
          <a:stretch/>
        </p:blipFill>
        <p:spPr>
          <a:xfrm rot="10800000">
            <a:off x="7439400" y="-815400"/>
            <a:ext cx="2927160" cy="2270880"/>
          </a:xfrm>
          <a:prstGeom prst="rect">
            <a:avLst/>
          </a:prstGeom>
          <a:noFill/>
          <a:ln w="0">
            <a:noFill/>
          </a:ln>
        </p:spPr>
      </p:pic>
      <p:pic>
        <p:nvPicPr>
          <p:cNvPr id="229" name="Google Shape;355;p36"/>
          <p:cNvPicPr/>
          <p:nvPr/>
        </p:nvPicPr>
        <p:blipFill>
          <a:blip r:embed="rId4"/>
          <a:stretch/>
        </p:blipFill>
        <p:spPr>
          <a:xfrm rot="7597200">
            <a:off x="6955560" y="1429920"/>
            <a:ext cx="2386440" cy="4381200"/>
          </a:xfrm>
          <a:prstGeom prst="rect">
            <a:avLst/>
          </a:prstGeom>
          <a:noFill/>
          <a:ln w="0">
            <a:noFill/>
          </a:ln>
        </p:spPr>
      </p:pic>
      <p:pic>
        <p:nvPicPr>
          <p:cNvPr id="230" name="Google Shape;356;p36"/>
          <p:cNvPicPr/>
          <p:nvPr/>
        </p:nvPicPr>
        <p:blipFill>
          <a:blip r:embed="rId5"/>
          <a:stretch/>
        </p:blipFill>
        <p:spPr>
          <a:xfrm rot="18705000">
            <a:off x="7188120" y="-716760"/>
            <a:ext cx="1733400" cy="3947040"/>
          </a:xfrm>
          <a:prstGeom prst="rect">
            <a:avLst/>
          </a:prstGeom>
          <a:noFill/>
          <a:ln w="0">
            <a:noFill/>
          </a:ln>
        </p:spPr>
      </p:pic>
      <p:pic>
        <p:nvPicPr>
          <p:cNvPr id="231" name="Google Shape;357;p36"/>
          <p:cNvPicPr/>
          <p:nvPr/>
        </p:nvPicPr>
        <p:blipFill>
          <a:blip r:embed="rId6"/>
          <a:stretch/>
        </p:blipFill>
        <p:spPr>
          <a:xfrm rot="3883200">
            <a:off x="209160" y="2630520"/>
            <a:ext cx="2568600" cy="1473840"/>
          </a:xfrm>
          <a:prstGeom prst="rect">
            <a:avLst/>
          </a:prstGeom>
          <a:noFill/>
          <a:ln w="0">
            <a:noFill/>
          </a:ln>
        </p:spPr>
      </p:pic>
      <p:pic>
        <p:nvPicPr>
          <p:cNvPr id="232" name="Google Shape;358;p36"/>
          <p:cNvPicPr/>
          <p:nvPr/>
        </p:nvPicPr>
        <p:blipFill>
          <a:blip r:embed="rId2"/>
          <a:stretch/>
        </p:blipFill>
        <p:spPr>
          <a:xfrm rot="5400000">
            <a:off x="-1153080" y="3033000"/>
            <a:ext cx="1947240" cy="1885320"/>
          </a:xfrm>
          <a:prstGeom prst="rect">
            <a:avLst/>
          </a:prstGeom>
          <a:noFill/>
          <a:ln w="0">
            <a:noFill/>
          </a:ln>
        </p:spPr>
      </p:pic>
      <p:pic>
        <p:nvPicPr>
          <p:cNvPr id="233" name="Google Shape;359;p36"/>
          <p:cNvPicPr/>
          <p:nvPr/>
        </p:nvPicPr>
        <p:blipFill>
          <a:blip r:embed="rId3"/>
          <a:stretch/>
        </p:blipFill>
        <p:spPr>
          <a:xfrm rot="10800000">
            <a:off x="-889560" y="-886320"/>
            <a:ext cx="2927160" cy="2270880"/>
          </a:xfrm>
          <a:prstGeom prst="rect">
            <a:avLst/>
          </a:prstGeom>
          <a:noFill/>
          <a:ln w="0">
            <a:noFill/>
          </a:ln>
        </p:spPr>
      </p:pic>
      <p:pic>
        <p:nvPicPr>
          <p:cNvPr id="234" name="Google Shape;360;p36"/>
          <p:cNvPicPr/>
          <p:nvPr/>
        </p:nvPicPr>
        <p:blipFill>
          <a:blip r:embed="rId4"/>
          <a:stretch/>
        </p:blipFill>
        <p:spPr>
          <a:xfrm rot="7597200">
            <a:off x="-1372680" y="1359360"/>
            <a:ext cx="2386440" cy="4381200"/>
          </a:xfrm>
          <a:prstGeom prst="rect">
            <a:avLst/>
          </a:prstGeom>
          <a:noFill/>
          <a:ln w="0">
            <a:noFill/>
          </a:ln>
        </p:spPr>
      </p:pic>
      <p:pic>
        <p:nvPicPr>
          <p:cNvPr id="235" name="Google Shape;361;p36"/>
          <p:cNvPicPr/>
          <p:nvPr/>
        </p:nvPicPr>
        <p:blipFill>
          <a:blip r:embed="rId5"/>
          <a:stretch/>
        </p:blipFill>
        <p:spPr>
          <a:xfrm rot="18705000">
            <a:off x="-1140120" y="-787680"/>
            <a:ext cx="1733400" cy="3947040"/>
          </a:xfrm>
          <a:prstGeom prst="rect">
            <a:avLst/>
          </a:prstGeom>
          <a:noFill/>
          <a:ln w="0">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USTOM_2_1_1">
    <p:bg>
      <p:bgPr>
        <a:solidFill>
          <a:schemeClr val="lt1"/>
        </a:solidFill>
        <a:effectLst/>
      </p:bgPr>
    </p:bg>
    <p:spTree>
      <p:nvGrpSpPr>
        <p:cNvPr id="1" name=""/>
        <p:cNvGrpSpPr/>
        <p:nvPr/>
      </p:nvGrpSpPr>
      <p:grpSpPr>
        <a:xfrm>
          <a:off x="0" y="0"/>
          <a:ext cx="0" cy="0"/>
          <a:chOff x="0" y="0"/>
          <a:chExt cx="0" cy="0"/>
        </a:xfrm>
      </p:grpSpPr>
      <p:sp>
        <p:nvSpPr>
          <p:cNvPr id="236" name="PlaceHolder 1"/>
          <p:cNvSpPr>
            <a:spLocks noGrp="1"/>
          </p:cNvSpPr>
          <p:nvPr>
            <p:ph type="title"/>
          </p:nvPr>
        </p:nvSpPr>
        <p:spPr>
          <a:xfrm>
            <a:off x="796680" y="179460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37"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238" name="PlaceHolder 3"/>
          <p:cNvSpPr>
            <a:spLocks noGrp="1"/>
          </p:cNvSpPr>
          <p:nvPr>
            <p:ph type="title"/>
          </p:nvPr>
        </p:nvSpPr>
        <p:spPr>
          <a:xfrm>
            <a:off x="3374640" y="179460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39" name="PlaceHolder 4"/>
          <p:cNvSpPr>
            <a:spLocks noGrp="1"/>
          </p:cNvSpPr>
          <p:nvPr>
            <p:ph type="title"/>
          </p:nvPr>
        </p:nvSpPr>
        <p:spPr>
          <a:xfrm>
            <a:off x="796680" y="347256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40" name="PlaceHolder 5"/>
          <p:cNvSpPr>
            <a:spLocks noGrp="1"/>
          </p:cNvSpPr>
          <p:nvPr>
            <p:ph type="title"/>
          </p:nvPr>
        </p:nvSpPr>
        <p:spPr>
          <a:xfrm>
            <a:off x="3374640" y="347256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41" name="PlaceHolder 6"/>
          <p:cNvSpPr>
            <a:spLocks noGrp="1"/>
          </p:cNvSpPr>
          <p:nvPr>
            <p:ph type="title"/>
          </p:nvPr>
        </p:nvSpPr>
        <p:spPr>
          <a:xfrm>
            <a:off x="5952240" y="179460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42" name="PlaceHolder 7"/>
          <p:cNvSpPr>
            <a:spLocks noGrp="1"/>
          </p:cNvSpPr>
          <p:nvPr>
            <p:ph type="title"/>
          </p:nvPr>
        </p:nvSpPr>
        <p:spPr>
          <a:xfrm>
            <a:off x="5952240" y="347256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243" name="Google Shape;376;p37"/>
          <p:cNvPicPr/>
          <p:nvPr/>
        </p:nvPicPr>
        <p:blipFill>
          <a:blip r:embed="rId2"/>
          <a:stretch/>
        </p:blipFill>
        <p:spPr>
          <a:xfrm rot="11540400">
            <a:off x="-249840" y="191520"/>
            <a:ext cx="1320480" cy="3203280"/>
          </a:xfrm>
          <a:prstGeom prst="rect">
            <a:avLst/>
          </a:prstGeom>
          <a:noFill/>
          <a:ln w="0">
            <a:noFill/>
          </a:ln>
        </p:spPr>
      </p:pic>
      <p:pic>
        <p:nvPicPr>
          <p:cNvPr id="244" name="Google Shape;377;p37"/>
          <p:cNvPicPr/>
          <p:nvPr/>
        </p:nvPicPr>
        <p:blipFill>
          <a:blip r:embed="rId3"/>
          <a:stretch/>
        </p:blipFill>
        <p:spPr>
          <a:xfrm rot="5400000" flipH="1">
            <a:off x="-326520" y="-98640"/>
            <a:ext cx="1179000" cy="1527840"/>
          </a:xfrm>
          <a:prstGeom prst="rect">
            <a:avLst/>
          </a:prstGeom>
          <a:noFill/>
          <a:ln w="0">
            <a:noFill/>
          </a:ln>
        </p:spPr>
      </p:pic>
      <p:pic>
        <p:nvPicPr>
          <p:cNvPr id="245" name="Google Shape;378;p37"/>
          <p:cNvPicPr/>
          <p:nvPr/>
        </p:nvPicPr>
        <p:blipFill>
          <a:blip r:embed="rId4"/>
          <a:stretch/>
        </p:blipFill>
        <p:spPr>
          <a:xfrm>
            <a:off x="7977960" y="2558880"/>
            <a:ext cx="1796040" cy="4089960"/>
          </a:xfrm>
          <a:prstGeom prst="rect">
            <a:avLst/>
          </a:prstGeom>
          <a:noFill/>
          <a:ln w="0">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sp>
        <p:nvSpPr>
          <p:cNvPr id="246"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pic>
        <p:nvPicPr>
          <p:cNvPr id="247" name="Google Shape;382;p38"/>
          <p:cNvPicPr/>
          <p:nvPr/>
        </p:nvPicPr>
        <p:blipFill>
          <a:blip r:embed="rId2"/>
          <a:stretch/>
        </p:blipFill>
        <p:spPr>
          <a:xfrm rot="17716800" flipH="1">
            <a:off x="182880" y="3147840"/>
            <a:ext cx="2309760" cy="1325160"/>
          </a:xfrm>
          <a:prstGeom prst="rect">
            <a:avLst/>
          </a:prstGeom>
          <a:noFill/>
          <a:ln w="0">
            <a:noFill/>
          </a:ln>
        </p:spPr>
      </p:pic>
      <p:pic>
        <p:nvPicPr>
          <p:cNvPr id="248" name="Google Shape;383;p38"/>
          <p:cNvPicPr/>
          <p:nvPr/>
        </p:nvPicPr>
        <p:blipFill>
          <a:blip r:embed="rId3"/>
          <a:stretch/>
        </p:blipFill>
        <p:spPr>
          <a:xfrm flipH="1">
            <a:off x="83880" y="1801440"/>
            <a:ext cx="1654920" cy="1602360"/>
          </a:xfrm>
          <a:prstGeom prst="rect">
            <a:avLst/>
          </a:prstGeom>
          <a:noFill/>
          <a:ln w="0">
            <a:noFill/>
          </a:ln>
        </p:spPr>
      </p:pic>
      <p:pic>
        <p:nvPicPr>
          <p:cNvPr id="249" name="Google Shape;384;p38"/>
          <p:cNvPicPr/>
          <p:nvPr/>
        </p:nvPicPr>
        <p:blipFill>
          <a:blip r:embed="rId4"/>
          <a:stretch/>
        </p:blipFill>
        <p:spPr>
          <a:xfrm rot="1639200" flipH="1">
            <a:off x="-111600" y="-148320"/>
            <a:ext cx="1733400" cy="3947040"/>
          </a:xfrm>
          <a:prstGeom prst="rect">
            <a:avLst/>
          </a:prstGeom>
          <a:noFill/>
          <a:ln w="0">
            <a:noFill/>
          </a:ln>
        </p:spPr>
      </p:pic>
      <p:pic>
        <p:nvPicPr>
          <p:cNvPr id="250" name="Google Shape;385;p38"/>
          <p:cNvPicPr/>
          <p:nvPr/>
        </p:nvPicPr>
        <p:blipFill>
          <a:blip r:embed="rId5"/>
          <a:stretch/>
        </p:blipFill>
        <p:spPr>
          <a:xfrm rot="6057600" flipH="1">
            <a:off x="7202160" y="1933920"/>
            <a:ext cx="1840680" cy="1699560"/>
          </a:xfrm>
          <a:prstGeom prst="rect">
            <a:avLst/>
          </a:prstGeom>
          <a:noFill/>
          <a:ln w="0">
            <a:noFill/>
          </a:ln>
        </p:spPr>
      </p:pic>
      <p:pic>
        <p:nvPicPr>
          <p:cNvPr id="251" name="Google Shape;386;p38"/>
          <p:cNvPicPr/>
          <p:nvPr/>
        </p:nvPicPr>
        <p:blipFill>
          <a:blip r:embed="rId6"/>
          <a:stretch/>
        </p:blipFill>
        <p:spPr>
          <a:xfrm>
            <a:off x="6602400" y="1217520"/>
            <a:ext cx="2386440" cy="4381200"/>
          </a:xfrm>
          <a:prstGeom prst="rect">
            <a:avLst/>
          </a:prstGeom>
          <a:noFill/>
          <a:ln w="0">
            <a:noFill/>
          </a:ln>
        </p:spPr>
      </p:pic>
      <p:sp>
        <p:nvSpPr>
          <p:cNvPr id="25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sp>
        <p:nvSpPr>
          <p:cNvPr id="253"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pic>
        <p:nvPicPr>
          <p:cNvPr id="254" name="Google Shape;390;p39"/>
          <p:cNvPicPr/>
          <p:nvPr/>
        </p:nvPicPr>
        <p:blipFill>
          <a:blip r:embed="rId2"/>
          <a:stretch/>
        </p:blipFill>
        <p:spPr>
          <a:xfrm rot="9160800">
            <a:off x="7533720" y="-626400"/>
            <a:ext cx="2001960" cy="4559040"/>
          </a:xfrm>
          <a:prstGeom prst="rect">
            <a:avLst/>
          </a:prstGeom>
          <a:noFill/>
          <a:ln w="0">
            <a:noFill/>
          </a:ln>
        </p:spPr>
      </p:pic>
      <p:pic>
        <p:nvPicPr>
          <p:cNvPr id="255" name="Google Shape;391;p39"/>
          <p:cNvPicPr/>
          <p:nvPr/>
        </p:nvPicPr>
        <p:blipFill>
          <a:blip r:embed="rId3"/>
          <a:stretch/>
        </p:blipFill>
        <p:spPr>
          <a:xfrm rot="12740400">
            <a:off x="-1145880" y="1931760"/>
            <a:ext cx="2568600" cy="1473840"/>
          </a:xfrm>
          <a:prstGeom prst="rect">
            <a:avLst/>
          </a:prstGeom>
          <a:noFill/>
          <a:ln w="0">
            <a:noFill/>
          </a:ln>
        </p:spPr>
      </p:pic>
      <p:pic>
        <p:nvPicPr>
          <p:cNvPr id="256" name="Google Shape;392;p39"/>
          <p:cNvPicPr/>
          <p:nvPr/>
        </p:nvPicPr>
        <p:blipFill>
          <a:blip r:embed="rId4"/>
          <a:stretch/>
        </p:blipFill>
        <p:spPr>
          <a:xfrm rot="16200000">
            <a:off x="31320" y="1470240"/>
            <a:ext cx="1392840" cy="1348920"/>
          </a:xfrm>
          <a:prstGeom prst="rect">
            <a:avLst/>
          </a:prstGeom>
          <a:noFill/>
          <a:ln w="0">
            <a:noFill/>
          </a:ln>
        </p:spPr>
      </p:pic>
      <p:pic>
        <p:nvPicPr>
          <p:cNvPr id="257" name="Google Shape;393;p39"/>
          <p:cNvPicPr/>
          <p:nvPr/>
        </p:nvPicPr>
        <p:blipFill>
          <a:blip r:embed="rId5"/>
          <a:stretch/>
        </p:blipFill>
        <p:spPr>
          <a:xfrm rot="16200000">
            <a:off x="-1511640" y="3484080"/>
            <a:ext cx="4007880" cy="2873520"/>
          </a:xfrm>
          <a:prstGeom prst="rect">
            <a:avLst/>
          </a:prstGeom>
          <a:noFill/>
          <a:ln w="0">
            <a:noFill/>
          </a:ln>
        </p:spPr>
      </p:pic>
      <p:pic>
        <p:nvPicPr>
          <p:cNvPr id="258" name="Google Shape;394;p39"/>
          <p:cNvPicPr/>
          <p:nvPr/>
        </p:nvPicPr>
        <p:blipFill>
          <a:blip r:embed="rId6"/>
          <a:stretch/>
        </p:blipFill>
        <p:spPr>
          <a:xfrm rot="10134600">
            <a:off x="8170920" y="1157040"/>
            <a:ext cx="1923840" cy="4667040"/>
          </a:xfrm>
          <a:prstGeom prst="rect">
            <a:avLst/>
          </a:prstGeom>
          <a:noFill/>
          <a:ln w="0">
            <a:noFill/>
          </a:ln>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CUSTOM_4_1_1">
    <p:bg>
      <p:bgPr>
        <a:solidFill>
          <a:schemeClr val="lt1"/>
        </a:solidFill>
        <a:effectLst/>
      </p:bgPr>
    </p:bg>
    <p:spTree>
      <p:nvGrpSpPr>
        <p:cNvPr id="1" name=""/>
        <p:cNvGrpSpPr/>
        <p:nvPr/>
      </p:nvGrpSpPr>
      <p:grpSpPr>
        <a:xfrm>
          <a:off x="0" y="0"/>
          <a:ext cx="0" cy="0"/>
          <a:chOff x="0" y="0"/>
          <a:chExt cx="0" cy="0"/>
        </a:xfrm>
      </p:grpSpPr>
      <p:sp>
        <p:nvSpPr>
          <p:cNvPr id="259"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pic>
        <p:nvPicPr>
          <p:cNvPr id="260" name="Google Shape;398;p40"/>
          <p:cNvPicPr/>
          <p:nvPr/>
        </p:nvPicPr>
        <p:blipFill>
          <a:blip r:embed="rId2"/>
          <a:stretch/>
        </p:blipFill>
        <p:spPr>
          <a:xfrm rot="665400" flipH="1">
            <a:off x="7580160" y="1446840"/>
            <a:ext cx="1491840" cy="3619440"/>
          </a:xfrm>
          <a:prstGeom prst="rect">
            <a:avLst/>
          </a:prstGeom>
          <a:noFill/>
          <a:ln w="0">
            <a:noFill/>
          </a:ln>
        </p:spPr>
      </p:pic>
      <p:pic>
        <p:nvPicPr>
          <p:cNvPr id="261" name="Google Shape;399;p40"/>
          <p:cNvPicPr/>
          <p:nvPr/>
        </p:nvPicPr>
        <p:blipFill>
          <a:blip r:embed="rId3"/>
          <a:stretch/>
        </p:blipFill>
        <p:spPr>
          <a:xfrm rot="358800">
            <a:off x="-795960" y="377280"/>
            <a:ext cx="2001960" cy="4559040"/>
          </a:xfrm>
          <a:prstGeom prst="rect">
            <a:avLst/>
          </a:prstGeom>
          <a:noFill/>
          <a:ln w="0">
            <a:noFill/>
          </a:ln>
        </p:spPr>
      </p:pic>
      <p:pic>
        <p:nvPicPr>
          <p:cNvPr id="262" name="Google Shape;400;p40"/>
          <p:cNvPicPr/>
          <p:nvPr/>
        </p:nvPicPr>
        <p:blipFill>
          <a:blip r:embed="rId4"/>
          <a:stretch/>
        </p:blipFill>
        <p:spPr>
          <a:xfrm>
            <a:off x="7491960" y="222480"/>
            <a:ext cx="2386440" cy="4381200"/>
          </a:xfrm>
          <a:prstGeom prst="rect">
            <a:avLst/>
          </a:prstGeom>
          <a:noFill/>
          <a:ln w="0">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sp>
        <p:nvSpPr>
          <p:cNvPr id="263"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264" name="PlaceHolder 2"/>
          <p:cNvSpPr>
            <a:spLocks noGrp="1"/>
          </p:cNvSpPr>
          <p:nvPr>
            <p:ph type="body"/>
          </p:nvPr>
        </p:nvSpPr>
        <p:spPr>
          <a:xfrm>
            <a:off x="783360" y="3405960"/>
            <a:ext cx="3556080" cy="915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265" name="PlaceHolder 3"/>
          <p:cNvSpPr>
            <a:spLocks noGrp="1"/>
          </p:cNvSpPr>
          <p:nvPr>
            <p:ph type="body"/>
          </p:nvPr>
        </p:nvSpPr>
        <p:spPr>
          <a:xfrm>
            <a:off x="4804200" y="3405960"/>
            <a:ext cx="3556080" cy="91512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
        <p:nvSpPr>
          <p:cNvPr id="266" name="PlaceHolder 4"/>
          <p:cNvSpPr>
            <a:spLocks noGrp="1"/>
          </p:cNvSpPr>
          <p:nvPr>
            <p:ph type="title"/>
          </p:nvPr>
        </p:nvSpPr>
        <p:spPr>
          <a:xfrm>
            <a:off x="783360" y="2994480"/>
            <a:ext cx="3556080" cy="572400"/>
          </a:xfrm>
          <a:prstGeom prst="rect">
            <a:avLst/>
          </a:prstGeom>
          <a:noFill/>
          <a:ln w="0">
            <a:noFill/>
          </a:ln>
        </p:spPr>
        <p:txBody>
          <a:bodyPr lIns="91440" tIns="91440" rIns="91440" bIns="91440" anchor="b">
            <a:noAutofit/>
          </a:bodyPr>
          <a:lstStyle/>
          <a:p>
            <a:pPr indent="0">
              <a:buNone/>
            </a:pPr>
            <a:r>
              <a:rPr lang="fr-FR" sz="2200" b="0" u="none" strike="noStrike">
                <a:solidFill>
                  <a:schemeClr val="dk1"/>
                </a:solidFill>
                <a:effectLst/>
                <a:uFillTx/>
                <a:latin typeface="Arial"/>
              </a:rPr>
              <a:t>Click to edit the title text format</a:t>
            </a:r>
          </a:p>
        </p:txBody>
      </p:sp>
      <p:sp>
        <p:nvSpPr>
          <p:cNvPr id="267" name="PlaceHolder 5"/>
          <p:cNvSpPr>
            <a:spLocks noGrp="1"/>
          </p:cNvSpPr>
          <p:nvPr>
            <p:ph type="title"/>
          </p:nvPr>
        </p:nvSpPr>
        <p:spPr>
          <a:xfrm>
            <a:off x="4804200" y="2994480"/>
            <a:ext cx="3556080" cy="572400"/>
          </a:xfrm>
          <a:prstGeom prst="rect">
            <a:avLst/>
          </a:prstGeom>
          <a:noFill/>
          <a:ln w="0">
            <a:noFill/>
          </a:ln>
        </p:spPr>
        <p:txBody>
          <a:bodyPr lIns="91440" tIns="91440" rIns="91440" bIns="91440" anchor="b">
            <a:noAutofit/>
          </a:bodyPr>
          <a:lstStyle/>
          <a:p>
            <a:pPr indent="0">
              <a:buNone/>
            </a:pPr>
            <a:r>
              <a:rPr lang="fr-FR" sz="2200" b="0" u="none" strike="noStrike">
                <a:solidFill>
                  <a:schemeClr val="dk1"/>
                </a:solidFill>
                <a:effectLst/>
                <a:uFillTx/>
                <a:latin typeface="Arial"/>
              </a:rPr>
              <a:t>Click to edit the title text format</a:t>
            </a:r>
          </a:p>
        </p:txBody>
      </p:sp>
      <p:pic>
        <p:nvPicPr>
          <p:cNvPr id="268" name="Google Shape;38;p5"/>
          <p:cNvPicPr/>
          <p:nvPr/>
        </p:nvPicPr>
        <p:blipFill>
          <a:blip r:embed="rId2"/>
          <a:stretch/>
        </p:blipFill>
        <p:spPr>
          <a:xfrm rot="5400000">
            <a:off x="3884040" y="3124440"/>
            <a:ext cx="2191680" cy="4990680"/>
          </a:xfrm>
          <a:prstGeom prst="rect">
            <a:avLst/>
          </a:prstGeom>
          <a:noFill/>
          <a:ln w="0">
            <a:noFill/>
          </a:ln>
        </p:spPr>
      </p:pic>
      <p:pic>
        <p:nvPicPr>
          <p:cNvPr id="269" name="Google Shape;39;p5"/>
          <p:cNvPicPr/>
          <p:nvPr/>
        </p:nvPicPr>
        <p:blipFill>
          <a:blip r:embed="rId3"/>
          <a:stretch/>
        </p:blipFill>
        <p:spPr>
          <a:xfrm rot="19949400">
            <a:off x="-592200" y="1481760"/>
            <a:ext cx="1730160" cy="1597680"/>
          </a:xfrm>
          <a:prstGeom prst="rect">
            <a:avLst/>
          </a:prstGeom>
          <a:noFill/>
          <a:ln w="0">
            <a:noFill/>
          </a:ln>
        </p:spPr>
      </p:pic>
      <p:pic>
        <p:nvPicPr>
          <p:cNvPr id="270" name="Google Shape;40;p5"/>
          <p:cNvPicPr/>
          <p:nvPr/>
        </p:nvPicPr>
        <p:blipFill>
          <a:blip r:embed="rId4"/>
          <a:stretch/>
        </p:blipFill>
        <p:spPr>
          <a:xfrm rot="20101200">
            <a:off x="-1548360" y="388080"/>
            <a:ext cx="3030840" cy="2172960"/>
          </a:xfrm>
          <a:prstGeom prst="rect">
            <a:avLst/>
          </a:prstGeom>
          <a:noFill/>
          <a:ln w="0">
            <a:noFill/>
          </a:ln>
        </p:spPr>
      </p:pic>
      <p:pic>
        <p:nvPicPr>
          <p:cNvPr id="271" name="Google Shape;41;p5"/>
          <p:cNvPicPr/>
          <p:nvPr/>
        </p:nvPicPr>
        <p:blipFill>
          <a:blip r:embed="rId5"/>
          <a:stretch/>
        </p:blipFill>
        <p:spPr>
          <a:xfrm rot="5400000">
            <a:off x="7725240" y="598320"/>
            <a:ext cx="2130840" cy="1653120"/>
          </a:xfrm>
          <a:prstGeom prst="rect">
            <a:avLst/>
          </a:prstGeom>
          <a:noFill/>
          <a:ln w="0">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sp>
        <p:nvSpPr>
          <p:cNvPr id="272" name="PlaceHolder 1"/>
          <p:cNvSpPr>
            <a:spLocks noGrp="1"/>
          </p:cNvSpPr>
          <p:nvPr>
            <p:ph type="title"/>
          </p:nvPr>
        </p:nvSpPr>
        <p:spPr>
          <a:xfrm>
            <a:off x="2519640" y="730080"/>
            <a:ext cx="4444200" cy="637560"/>
          </a:xfrm>
          <a:prstGeom prst="rect">
            <a:avLst/>
          </a:prstGeom>
          <a:noFill/>
          <a:ln w="0">
            <a:noFill/>
          </a:ln>
        </p:spPr>
        <p:txBody>
          <a:bodyPr lIns="91440" tIns="91440" rIns="91440" bIns="91440" anchor="ctr">
            <a:noAutofit/>
          </a:bodyPr>
          <a:lstStyle/>
          <a:p>
            <a:pPr indent="0" algn="ctr">
              <a:lnSpc>
                <a:spcPct val="100000"/>
              </a:lnSpc>
              <a:buNone/>
            </a:pPr>
            <a:r>
              <a:rPr lang="fr-FR" sz="3600" b="0" u="none" strike="noStrike">
                <a:solidFill>
                  <a:schemeClr val="dk1"/>
                </a:solidFill>
                <a:effectLst/>
                <a:uFillTx/>
                <a:latin typeface="DM Serif Display"/>
                <a:ea typeface="DM Serif Display"/>
              </a:rPr>
              <a:t>xx%</a:t>
            </a:r>
            <a:endParaRPr lang="fr-FR" sz="3600" b="0" u="none" strike="noStrike">
              <a:solidFill>
                <a:schemeClr val="dk1"/>
              </a:solidFill>
              <a:effectLst/>
              <a:uFillTx/>
              <a:latin typeface="Arial"/>
            </a:endParaRPr>
          </a:p>
        </p:txBody>
      </p:sp>
      <p:sp>
        <p:nvSpPr>
          <p:cNvPr id="273" name="PlaceHolder 2"/>
          <p:cNvSpPr>
            <a:spLocks noGrp="1"/>
          </p:cNvSpPr>
          <p:nvPr>
            <p:ph type="title"/>
          </p:nvPr>
        </p:nvSpPr>
        <p:spPr>
          <a:xfrm>
            <a:off x="2519640" y="2062080"/>
            <a:ext cx="4444200" cy="637560"/>
          </a:xfrm>
          <a:prstGeom prst="rect">
            <a:avLst/>
          </a:prstGeom>
          <a:noFill/>
          <a:ln w="0">
            <a:noFill/>
          </a:ln>
        </p:spPr>
        <p:txBody>
          <a:bodyPr lIns="91440" tIns="91440" rIns="91440" bIns="91440" anchor="ctr">
            <a:noAutofit/>
          </a:bodyPr>
          <a:lstStyle/>
          <a:p>
            <a:pPr indent="0" algn="ctr">
              <a:lnSpc>
                <a:spcPct val="100000"/>
              </a:lnSpc>
              <a:buNone/>
            </a:pPr>
            <a:r>
              <a:rPr lang="fr-FR" sz="3600" b="0" u="none" strike="noStrike">
                <a:solidFill>
                  <a:schemeClr val="dk1"/>
                </a:solidFill>
                <a:effectLst/>
                <a:uFillTx/>
                <a:latin typeface="DM Serif Display"/>
                <a:ea typeface="DM Serif Display"/>
              </a:rPr>
              <a:t>xx%</a:t>
            </a:r>
            <a:endParaRPr lang="fr-FR" sz="3600" b="0" u="none" strike="noStrike">
              <a:solidFill>
                <a:schemeClr val="dk1"/>
              </a:solidFill>
              <a:effectLst/>
              <a:uFillTx/>
              <a:latin typeface="Arial"/>
            </a:endParaRPr>
          </a:p>
        </p:txBody>
      </p:sp>
      <p:sp>
        <p:nvSpPr>
          <p:cNvPr id="274" name="PlaceHolder 3"/>
          <p:cNvSpPr>
            <a:spLocks noGrp="1"/>
          </p:cNvSpPr>
          <p:nvPr>
            <p:ph type="title"/>
          </p:nvPr>
        </p:nvSpPr>
        <p:spPr>
          <a:xfrm>
            <a:off x="2519640" y="3394080"/>
            <a:ext cx="4444200" cy="637560"/>
          </a:xfrm>
          <a:prstGeom prst="rect">
            <a:avLst/>
          </a:prstGeom>
          <a:noFill/>
          <a:ln w="0">
            <a:noFill/>
          </a:ln>
        </p:spPr>
        <p:txBody>
          <a:bodyPr lIns="91440" tIns="91440" rIns="91440" bIns="91440" anchor="ctr">
            <a:noAutofit/>
          </a:bodyPr>
          <a:lstStyle/>
          <a:p>
            <a:pPr indent="0" algn="ctr">
              <a:lnSpc>
                <a:spcPct val="100000"/>
              </a:lnSpc>
              <a:buNone/>
            </a:pPr>
            <a:r>
              <a:rPr lang="fr-FR" sz="3600" b="0" u="none" strike="noStrike">
                <a:solidFill>
                  <a:schemeClr val="dk1"/>
                </a:solidFill>
                <a:effectLst/>
                <a:uFillTx/>
                <a:latin typeface="DM Serif Display"/>
                <a:ea typeface="DM Serif Display"/>
              </a:rPr>
              <a:t>xx%</a:t>
            </a:r>
            <a:endParaRPr lang="fr-FR" sz="3600" b="0" u="none" strike="noStrike">
              <a:solidFill>
                <a:schemeClr val="dk1"/>
              </a:solidFill>
              <a:effectLst/>
              <a:uFillTx/>
              <a:latin typeface="Arial"/>
            </a:endParaRPr>
          </a:p>
        </p:txBody>
      </p:sp>
      <p:pic>
        <p:nvPicPr>
          <p:cNvPr id="275" name="Google Shape;408;p41"/>
          <p:cNvPicPr/>
          <p:nvPr/>
        </p:nvPicPr>
        <p:blipFill>
          <a:blip r:embed="rId2"/>
          <a:stretch/>
        </p:blipFill>
        <p:spPr>
          <a:xfrm rot="18900000" flipH="1">
            <a:off x="25200" y="82440"/>
            <a:ext cx="1571760" cy="3813120"/>
          </a:xfrm>
          <a:prstGeom prst="rect">
            <a:avLst/>
          </a:prstGeom>
          <a:noFill/>
          <a:ln w="0">
            <a:noFill/>
          </a:ln>
        </p:spPr>
      </p:pic>
      <p:pic>
        <p:nvPicPr>
          <p:cNvPr id="276" name="Google Shape;409;p41"/>
          <p:cNvPicPr/>
          <p:nvPr/>
        </p:nvPicPr>
        <p:blipFill>
          <a:blip r:embed="rId3"/>
          <a:stretch/>
        </p:blipFill>
        <p:spPr>
          <a:xfrm rot="4778400">
            <a:off x="-1086840" y="975600"/>
            <a:ext cx="3084120" cy="2211120"/>
          </a:xfrm>
          <a:prstGeom prst="rect">
            <a:avLst/>
          </a:prstGeom>
          <a:noFill/>
          <a:ln w="0">
            <a:noFill/>
          </a:ln>
        </p:spPr>
      </p:pic>
      <p:pic>
        <p:nvPicPr>
          <p:cNvPr id="277" name="Google Shape;410;p41"/>
          <p:cNvPicPr/>
          <p:nvPr/>
        </p:nvPicPr>
        <p:blipFill>
          <a:blip r:embed="rId4"/>
          <a:stretch/>
        </p:blipFill>
        <p:spPr>
          <a:xfrm rot="10800000">
            <a:off x="6970320" y="3334680"/>
            <a:ext cx="2372400" cy="1840680"/>
          </a:xfrm>
          <a:prstGeom prst="rect">
            <a:avLst/>
          </a:prstGeom>
          <a:noFill/>
          <a:ln w="0">
            <a:noFill/>
          </a:ln>
        </p:spPr>
      </p:pic>
      <p:pic>
        <p:nvPicPr>
          <p:cNvPr id="278" name="Google Shape;411;p41"/>
          <p:cNvPicPr/>
          <p:nvPr/>
        </p:nvPicPr>
        <p:blipFill>
          <a:blip r:embed="rId5"/>
          <a:stretch/>
        </p:blipFill>
        <p:spPr>
          <a:xfrm rot="5400000">
            <a:off x="7302600" y="2628000"/>
            <a:ext cx="1392840" cy="1348920"/>
          </a:xfrm>
          <a:prstGeom prst="rect">
            <a:avLst/>
          </a:prstGeom>
          <a:noFill/>
          <a:ln w="0">
            <a:noFill/>
          </a:ln>
        </p:spPr>
      </p:pic>
      <p:pic>
        <p:nvPicPr>
          <p:cNvPr id="279" name="Google Shape;412;p41"/>
          <p:cNvPicPr/>
          <p:nvPr/>
        </p:nvPicPr>
        <p:blipFill>
          <a:blip r:embed="rId6"/>
          <a:stretch/>
        </p:blipFill>
        <p:spPr>
          <a:xfrm>
            <a:off x="7340400" y="291960"/>
            <a:ext cx="2001960" cy="4559040"/>
          </a:xfrm>
          <a:prstGeom prst="rect">
            <a:avLst/>
          </a:prstGeom>
          <a:noFill/>
          <a:ln w="0">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CUSTOM_22">
    <p:bg>
      <p:bgPr>
        <a:solidFill>
          <a:schemeClr val="lt1"/>
        </a:solidFill>
        <a:effectLst/>
      </p:bgPr>
    </p:bg>
    <p:spTree>
      <p:nvGrpSpPr>
        <p:cNvPr id="1" name=""/>
        <p:cNvGrpSpPr/>
        <p:nvPr/>
      </p:nvGrpSpPr>
      <p:grpSpPr>
        <a:xfrm>
          <a:off x="0" y="0"/>
          <a:ext cx="0" cy="0"/>
          <a:chOff x="0" y="0"/>
          <a:chExt cx="0" cy="0"/>
        </a:xfrm>
      </p:grpSpPr>
      <p:sp>
        <p:nvSpPr>
          <p:cNvPr id="280" name="PlaceHolder 1"/>
          <p:cNvSpPr>
            <a:spLocks noGrp="1"/>
          </p:cNvSpPr>
          <p:nvPr>
            <p:ph type="title"/>
          </p:nvPr>
        </p:nvSpPr>
        <p:spPr>
          <a:xfrm>
            <a:off x="2085840" y="146844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81" name="PlaceHolder 2"/>
          <p:cNvSpPr>
            <a:spLocks noGrp="1"/>
          </p:cNvSpPr>
          <p:nvPr>
            <p:ph type="title"/>
          </p:nvPr>
        </p:nvSpPr>
        <p:spPr>
          <a:xfrm>
            <a:off x="4663440" y="146844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82" name="PlaceHolder 3"/>
          <p:cNvSpPr>
            <a:spLocks noGrp="1"/>
          </p:cNvSpPr>
          <p:nvPr>
            <p:ph type="title"/>
          </p:nvPr>
        </p:nvSpPr>
        <p:spPr>
          <a:xfrm>
            <a:off x="2085840" y="322272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83" name="PlaceHolder 4"/>
          <p:cNvSpPr>
            <a:spLocks noGrp="1"/>
          </p:cNvSpPr>
          <p:nvPr>
            <p:ph type="title"/>
          </p:nvPr>
        </p:nvSpPr>
        <p:spPr>
          <a:xfrm>
            <a:off x="4663440" y="3236040"/>
            <a:ext cx="2394720" cy="48852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284" name="Google Shape;422;p42"/>
          <p:cNvPicPr/>
          <p:nvPr/>
        </p:nvPicPr>
        <p:blipFill>
          <a:blip r:embed="rId2"/>
          <a:stretch/>
        </p:blipFill>
        <p:spPr>
          <a:xfrm rot="11540400">
            <a:off x="-249840" y="191520"/>
            <a:ext cx="1320480" cy="3203280"/>
          </a:xfrm>
          <a:prstGeom prst="rect">
            <a:avLst/>
          </a:prstGeom>
          <a:noFill/>
          <a:ln w="0">
            <a:noFill/>
          </a:ln>
        </p:spPr>
      </p:pic>
      <p:pic>
        <p:nvPicPr>
          <p:cNvPr id="285" name="Google Shape;423;p42"/>
          <p:cNvPicPr/>
          <p:nvPr/>
        </p:nvPicPr>
        <p:blipFill>
          <a:blip r:embed="rId3"/>
          <a:stretch/>
        </p:blipFill>
        <p:spPr>
          <a:xfrm rot="5400000" flipH="1">
            <a:off x="-326520" y="-98640"/>
            <a:ext cx="1179000" cy="1527840"/>
          </a:xfrm>
          <a:prstGeom prst="rect">
            <a:avLst/>
          </a:prstGeom>
          <a:noFill/>
          <a:ln w="0">
            <a:noFill/>
          </a:ln>
        </p:spPr>
      </p:pic>
      <p:sp>
        <p:nvSpPr>
          <p:cNvPr id="286" name="PlaceHolder 5"/>
          <p:cNvSpPr>
            <a:spLocks noGrp="1"/>
          </p:cNvSpPr>
          <p:nvPr>
            <p:ph type="title"/>
          </p:nvPr>
        </p:nvSpPr>
        <p:spPr>
          <a:xfrm>
            <a:off x="2085840" y="906480"/>
            <a:ext cx="2394720" cy="637560"/>
          </a:xfrm>
          <a:prstGeom prst="rect">
            <a:avLst/>
          </a:prstGeom>
          <a:noFill/>
          <a:ln w="0">
            <a:noFill/>
          </a:ln>
        </p:spPr>
        <p:txBody>
          <a:bodyPr lIns="91440" tIns="91440" rIns="91440" bIns="91440" anchor="ctr">
            <a:noAutofit/>
          </a:bodyPr>
          <a:lstStyle/>
          <a:p>
            <a:pPr indent="0" algn="ctr">
              <a:lnSpc>
                <a:spcPct val="100000"/>
              </a:lnSpc>
              <a:buNone/>
            </a:pPr>
            <a:r>
              <a:rPr lang="fr-FR" sz="3600" b="0" u="none" strike="noStrike">
                <a:solidFill>
                  <a:schemeClr val="dk1"/>
                </a:solidFill>
                <a:effectLst/>
                <a:uFillTx/>
                <a:latin typeface="DM Serif Display"/>
                <a:ea typeface="DM Serif Display"/>
              </a:rPr>
              <a:t>xx%</a:t>
            </a:r>
            <a:endParaRPr lang="fr-FR" sz="3600" b="0" u="none" strike="noStrike">
              <a:solidFill>
                <a:schemeClr val="dk1"/>
              </a:solidFill>
              <a:effectLst/>
              <a:uFillTx/>
              <a:latin typeface="Arial"/>
            </a:endParaRPr>
          </a:p>
        </p:txBody>
      </p:sp>
      <p:sp>
        <p:nvSpPr>
          <p:cNvPr id="287" name="PlaceHolder 6"/>
          <p:cNvSpPr>
            <a:spLocks noGrp="1"/>
          </p:cNvSpPr>
          <p:nvPr>
            <p:ph type="title"/>
          </p:nvPr>
        </p:nvSpPr>
        <p:spPr>
          <a:xfrm>
            <a:off x="2085840" y="2673360"/>
            <a:ext cx="2394720" cy="637560"/>
          </a:xfrm>
          <a:prstGeom prst="rect">
            <a:avLst/>
          </a:prstGeom>
          <a:noFill/>
          <a:ln w="0">
            <a:noFill/>
          </a:ln>
        </p:spPr>
        <p:txBody>
          <a:bodyPr lIns="91440" tIns="91440" rIns="91440" bIns="91440" anchor="ctr">
            <a:noAutofit/>
          </a:bodyPr>
          <a:lstStyle/>
          <a:p>
            <a:pPr indent="0" algn="ctr">
              <a:lnSpc>
                <a:spcPct val="100000"/>
              </a:lnSpc>
              <a:buNone/>
            </a:pPr>
            <a:r>
              <a:rPr lang="fr-FR" sz="3600" b="0" u="none" strike="noStrike">
                <a:solidFill>
                  <a:schemeClr val="dk1"/>
                </a:solidFill>
                <a:effectLst/>
                <a:uFillTx/>
                <a:latin typeface="DM Serif Display"/>
                <a:ea typeface="DM Serif Display"/>
              </a:rPr>
              <a:t>xx%</a:t>
            </a:r>
            <a:endParaRPr lang="fr-FR" sz="3600" b="0" u="none" strike="noStrike">
              <a:solidFill>
                <a:schemeClr val="dk1"/>
              </a:solidFill>
              <a:effectLst/>
              <a:uFillTx/>
              <a:latin typeface="Arial"/>
            </a:endParaRPr>
          </a:p>
        </p:txBody>
      </p:sp>
      <p:sp>
        <p:nvSpPr>
          <p:cNvPr id="288" name="PlaceHolder 7"/>
          <p:cNvSpPr>
            <a:spLocks noGrp="1"/>
          </p:cNvSpPr>
          <p:nvPr>
            <p:ph type="title"/>
          </p:nvPr>
        </p:nvSpPr>
        <p:spPr>
          <a:xfrm>
            <a:off x="4663440" y="906480"/>
            <a:ext cx="2394720" cy="637560"/>
          </a:xfrm>
          <a:prstGeom prst="rect">
            <a:avLst/>
          </a:prstGeom>
          <a:noFill/>
          <a:ln w="0">
            <a:noFill/>
          </a:ln>
        </p:spPr>
        <p:txBody>
          <a:bodyPr lIns="91440" tIns="91440" rIns="91440" bIns="91440" anchor="ctr">
            <a:noAutofit/>
          </a:bodyPr>
          <a:lstStyle/>
          <a:p>
            <a:pPr indent="0" algn="ctr">
              <a:lnSpc>
                <a:spcPct val="100000"/>
              </a:lnSpc>
              <a:buNone/>
            </a:pPr>
            <a:r>
              <a:rPr lang="fr-FR" sz="3600" b="0" u="none" strike="noStrike">
                <a:solidFill>
                  <a:schemeClr val="dk1"/>
                </a:solidFill>
                <a:effectLst/>
                <a:uFillTx/>
                <a:latin typeface="DM Serif Display"/>
                <a:ea typeface="DM Serif Display"/>
              </a:rPr>
              <a:t>xx%</a:t>
            </a:r>
            <a:endParaRPr lang="fr-FR" sz="3600" b="0" u="none" strike="noStrike">
              <a:solidFill>
                <a:schemeClr val="dk1"/>
              </a:solidFill>
              <a:effectLst/>
              <a:uFillTx/>
              <a:latin typeface="Arial"/>
            </a:endParaRPr>
          </a:p>
        </p:txBody>
      </p:sp>
      <p:sp>
        <p:nvSpPr>
          <p:cNvPr id="289" name="PlaceHolder 8"/>
          <p:cNvSpPr>
            <a:spLocks noGrp="1"/>
          </p:cNvSpPr>
          <p:nvPr>
            <p:ph type="title"/>
          </p:nvPr>
        </p:nvSpPr>
        <p:spPr>
          <a:xfrm>
            <a:off x="4663440" y="2674440"/>
            <a:ext cx="2394720" cy="637560"/>
          </a:xfrm>
          <a:prstGeom prst="rect">
            <a:avLst/>
          </a:prstGeom>
          <a:noFill/>
          <a:ln w="0">
            <a:noFill/>
          </a:ln>
        </p:spPr>
        <p:txBody>
          <a:bodyPr lIns="91440" tIns="91440" rIns="91440" bIns="91440" anchor="ctr">
            <a:noAutofit/>
          </a:bodyPr>
          <a:lstStyle/>
          <a:p>
            <a:pPr indent="0" algn="ctr">
              <a:lnSpc>
                <a:spcPct val="100000"/>
              </a:lnSpc>
              <a:buNone/>
            </a:pPr>
            <a:r>
              <a:rPr lang="fr-FR" sz="3600" b="0" u="none" strike="noStrike">
                <a:solidFill>
                  <a:schemeClr val="dk1"/>
                </a:solidFill>
                <a:effectLst/>
                <a:uFillTx/>
                <a:latin typeface="DM Serif Display"/>
                <a:ea typeface="DM Serif Display"/>
              </a:rPr>
              <a:t>xx%</a:t>
            </a:r>
            <a:endParaRPr lang="fr-FR" sz="3600" b="0" u="none" strike="noStrike">
              <a:solidFill>
                <a:schemeClr val="dk1"/>
              </a:solidFill>
              <a:effectLst/>
              <a:uFillTx/>
              <a:latin typeface="Arial"/>
            </a:endParaRPr>
          </a:p>
        </p:txBody>
      </p:sp>
      <p:pic>
        <p:nvPicPr>
          <p:cNvPr id="290" name="Google Shape;428;p42"/>
          <p:cNvPicPr/>
          <p:nvPr/>
        </p:nvPicPr>
        <p:blipFill>
          <a:blip r:embed="rId2"/>
          <a:stretch/>
        </p:blipFill>
        <p:spPr>
          <a:xfrm rot="740400">
            <a:off x="8074440" y="1777680"/>
            <a:ext cx="1320480" cy="3203280"/>
          </a:xfrm>
          <a:prstGeom prst="rect">
            <a:avLst/>
          </a:prstGeom>
          <a:noFill/>
          <a:ln w="0">
            <a:noFill/>
          </a:ln>
        </p:spPr>
      </p:pic>
      <p:pic>
        <p:nvPicPr>
          <p:cNvPr id="291" name="Google Shape;429;p42"/>
          <p:cNvPicPr/>
          <p:nvPr/>
        </p:nvPicPr>
        <p:blipFill>
          <a:blip r:embed="rId3"/>
          <a:stretch/>
        </p:blipFill>
        <p:spPr>
          <a:xfrm rot="16200000" flipH="1">
            <a:off x="8292240" y="3743640"/>
            <a:ext cx="1179000" cy="1527840"/>
          </a:xfrm>
          <a:prstGeom prst="rect">
            <a:avLst/>
          </a:prstGeom>
          <a:noFill/>
          <a:ln w="0">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CUSTOM_24">
    <p:bg>
      <p:bgPr>
        <a:solidFill>
          <a:schemeClr val="lt1"/>
        </a:solidFill>
        <a:effectLst/>
      </p:bgPr>
    </p:bg>
    <p:spTree>
      <p:nvGrpSpPr>
        <p:cNvPr id="1" name=""/>
        <p:cNvGrpSpPr/>
        <p:nvPr/>
      </p:nvGrpSpPr>
      <p:grpSpPr>
        <a:xfrm>
          <a:off x="0" y="0"/>
          <a:ext cx="0" cy="0"/>
          <a:chOff x="0" y="0"/>
          <a:chExt cx="0" cy="0"/>
        </a:xfrm>
      </p:grpSpPr>
      <p:sp>
        <p:nvSpPr>
          <p:cNvPr id="292" name="PlaceHolder 1"/>
          <p:cNvSpPr>
            <a:spLocks noGrp="1"/>
          </p:cNvSpPr>
          <p:nvPr>
            <p:ph type="title"/>
          </p:nvPr>
        </p:nvSpPr>
        <p:spPr>
          <a:xfrm>
            <a:off x="887760" y="1523880"/>
            <a:ext cx="4046040" cy="6015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293" name="PlaceHolder 2"/>
          <p:cNvSpPr>
            <a:spLocks noGrp="1"/>
          </p:cNvSpPr>
          <p:nvPr>
            <p:ph type="body"/>
          </p:nvPr>
        </p:nvSpPr>
        <p:spPr>
          <a:xfrm>
            <a:off x="887760" y="2184840"/>
            <a:ext cx="4046040" cy="14346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pic>
        <p:nvPicPr>
          <p:cNvPr id="294" name="Google Shape;433;p43"/>
          <p:cNvPicPr/>
          <p:nvPr/>
        </p:nvPicPr>
        <p:blipFill>
          <a:blip r:embed="rId2"/>
          <a:stretch/>
        </p:blipFill>
        <p:spPr>
          <a:xfrm rot="17716800" flipH="1">
            <a:off x="105840" y="-726480"/>
            <a:ext cx="2568600" cy="1473840"/>
          </a:xfrm>
          <a:prstGeom prst="rect">
            <a:avLst/>
          </a:prstGeom>
          <a:noFill/>
          <a:ln w="0">
            <a:noFill/>
          </a:ln>
        </p:spPr>
      </p:pic>
      <p:pic>
        <p:nvPicPr>
          <p:cNvPr id="295" name="Google Shape;434;p43"/>
          <p:cNvPicPr/>
          <p:nvPr/>
        </p:nvPicPr>
        <p:blipFill>
          <a:blip r:embed="rId3"/>
          <a:stretch/>
        </p:blipFill>
        <p:spPr>
          <a:xfrm flipH="1">
            <a:off x="1049400" y="3985560"/>
            <a:ext cx="1840680" cy="1699560"/>
          </a:xfrm>
          <a:prstGeom prst="rect">
            <a:avLst/>
          </a:prstGeom>
          <a:noFill/>
          <a:ln w="0">
            <a:noFill/>
          </a:ln>
        </p:spPr>
      </p:pic>
      <p:pic>
        <p:nvPicPr>
          <p:cNvPr id="296" name="Google Shape;435;p43"/>
          <p:cNvPicPr/>
          <p:nvPr/>
        </p:nvPicPr>
        <p:blipFill>
          <a:blip r:embed="rId4"/>
          <a:stretch/>
        </p:blipFill>
        <p:spPr>
          <a:xfrm flipH="1">
            <a:off x="7245000" y="-168120"/>
            <a:ext cx="1840680" cy="1782360"/>
          </a:xfrm>
          <a:prstGeom prst="rect">
            <a:avLst/>
          </a:prstGeom>
          <a:noFill/>
          <a:ln w="0">
            <a:noFill/>
          </a:ln>
        </p:spPr>
      </p:pic>
      <p:pic>
        <p:nvPicPr>
          <p:cNvPr id="297" name="Google Shape;436;p43"/>
          <p:cNvPicPr/>
          <p:nvPr/>
        </p:nvPicPr>
        <p:blipFill>
          <a:blip r:embed="rId5"/>
          <a:stretch/>
        </p:blipFill>
        <p:spPr>
          <a:xfrm flipH="1">
            <a:off x="7112520" y="-881280"/>
            <a:ext cx="2386440" cy="4381200"/>
          </a:xfrm>
          <a:prstGeom prst="rect">
            <a:avLst/>
          </a:prstGeom>
          <a:noFill/>
          <a:ln w="0">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CUSTOM_23">
    <p:bg>
      <p:bgPr>
        <a:solidFill>
          <a:schemeClr val="lt1"/>
        </a:solidFill>
        <a:effectLst/>
      </p:bgPr>
    </p:bg>
    <p:spTree>
      <p:nvGrpSpPr>
        <p:cNvPr id="1" name=""/>
        <p:cNvGrpSpPr/>
        <p:nvPr/>
      </p:nvGrpSpPr>
      <p:grpSpPr>
        <a:xfrm>
          <a:off x="0" y="0"/>
          <a:ext cx="0" cy="0"/>
          <a:chOff x="0" y="0"/>
          <a:chExt cx="0" cy="0"/>
        </a:xfrm>
      </p:grpSpPr>
      <p:sp>
        <p:nvSpPr>
          <p:cNvPr id="298" name="PlaceHolder 1"/>
          <p:cNvSpPr>
            <a:spLocks noGrp="1"/>
          </p:cNvSpPr>
          <p:nvPr>
            <p:ph type="title"/>
          </p:nvPr>
        </p:nvSpPr>
        <p:spPr>
          <a:xfrm>
            <a:off x="1893600" y="3128040"/>
            <a:ext cx="216936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sp>
        <p:nvSpPr>
          <p:cNvPr id="299" name="PlaceHolder 2"/>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300" name="PlaceHolder 3"/>
          <p:cNvSpPr>
            <a:spLocks noGrp="1"/>
          </p:cNvSpPr>
          <p:nvPr>
            <p:ph type="title"/>
          </p:nvPr>
        </p:nvSpPr>
        <p:spPr>
          <a:xfrm>
            <a:off x="5080680" y="3128040"/>
            <a:ext cx="2169360" cy="572400"/>
          </a:xfrm>
          <a:prstGeom prst="rect">
            <a:avLst/>
          </a:prstGeom>
          <a:noFill/>
          <a:ln w="0">
            <a:noFill/>
          </a:ln>
        </p:spPr>
        <p:txBody>
          <a:bodyPr lIns="91440" tIns="91440" rIns="91440" bIns="91440" anchor="t">
            <a:noAutofit/>
          </a:bodyPr>
          <a:lstStyle/>
          <a:p>
            <a:pPr indent="0">
              <a:buNone/>
            </a:pPr>
            <a:r>
              <a:rPr lang="fr-FR" sz="2200" b="0" u="none" strike="noStrike">
                <a:solidFill>
                  <a:schemeClr val="dk1"/>
                </a:solidFill>
                <a:effectLst/>
                <a:uFillTx/>
                <a:latin typeface="Arial"/>
              </a:rPr>
              <a:t>Click to edit the title text format</a:t>
            </a:r>
          </a:p>
        </p:txBody>
      </p:sp>
      <p:pic>
        <p:nvPicPr>
          <p:cNvPr id="301" name="Google Shape;443;p44"/>
          <p:cNvPicPr/>
          <p:nvPr/>
        </p:nvPicPr>
        <p:blipFill>
          <a:blip r:embed="rId2"/>
          <a:stretch/>
        </p:blipFill>
        <p:spPr>
          <a:xfrm rot="12244200">
            <a:off x="8435160" y="2300040"/>
            <a:ext cx="1328400" cy="3223080"/>
          </a:xfrm>
          <a:prstGeom prst="rect">
            <a:avLst/>
          </a:prstGeom>
          <a:noFill/>
          <a:ln w="0">
            <a:noFill/>
          </a:ln>
        </p:spPr>
      </p:pic>
      <p:pic>
        <p:nvPicPr>
          <p:cNvPr id="302" name="Google Shape;444;p44"/>
          <p:cNvPicPr/>
          <p:nvPr/>
        </p:nvPicPr>
        <p:blipFill>
          <a:blip r:embed="rId3"/>
          <a:stretch/>
        </p:blipFill>
        <p:spPr>
          <a:xfrm rot="7581000">
            <a:off x="7823880" y="1886760"/>
            <a:ext cx="2834640" cy="2032560"/>
          </a:xfrm>
          <a:prstGeom prst="rect">
            <a:avLst/>
          </a:prstGeom>
          <a:noFill/>
          <a:ln w="0">
            <a:noFill/>
          </a:ln>
        </p:spPr>
      </p:pic>
      <p:pic>
        <p:nvPicPr>
          <p:cNvPr id="303" name="Google Shape;445;p44"/>
          <p:cNvPicPr/>
          <p:nvPr/>
        </p:nvPicPr>
        <p:blipFill>
          <a:blip r:embed="rId4"/>
          <a:stretch/>
        </p:blipFill>
        <p:spPr>
          <a:xfrm rot="12740400">
            <a:off x="-1540800" y="2257920"/>
            <a:ext cx="2568600" cy="1473840"/>
          </a:xfrm>
          <a:prstGeom prst="rect">
            <a:avLst/>
          </a:prstGeom>
          <a:noFill/>
          <a:ln w="0">
            <a:noFill/>
          </a:ln>
        </p:spPr>
      </p:pic>
      <p:pic>
        <p:nvPicPr>
          <p:cNvPr id="304" name="Google Shape;446;p44"/>
          <p:cNvPicPr/>
          <p:nvPr/>
        </p:nvPicPr>
        <p:blipFill>
          <a:blip r:embed="rId5"/>
          <a:stretch/>
        </p:blipFill>
        <p:spPr>
          <a:xfrm rot="16200000">
            <a:off x="-657720" y="1451520"/>
            <a:ext cx="1392840" cy="1348920"/>
          </a:xfrm>
          <a:prstGeom prst="rect">
            <a:avLst/>
          </a:prstGeom>
          <a:noFill/>
          <a:ln w="0">
            <a:noFill/>
          </a:ln>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CUSTOM_26">
    <p:bg>
      <p:bgPr>
        <a:solidFill>
          <a:schemeClr val="lt1"/>
        </a:solidFill>
        <a:effectLst/>
      </p:bgPr>
    </p:bg>
    <p:spTree>
      <p:nvGrpSpPr>
        <p:cNvPr id="1" name=""/>
        <p:cNvGrpSpPr/>
        <p:nvPr/>
      </p:nvGrpSpPr>
      <p:grpSpPr>
        <a:xfrm>
          <a:off x="0" y="0"/>
          <a:ext cx="0" cy="0"/>
          <a:chOff x="0" y="0"/>
          <a:chExt cx="0" cy="0"/>
        </a:xfrm>
      </p:grpSpPr>
      <p:pic>
        <p:nvPicPr>
          <p:cNvPr id="305" name="Google Shape;448;p45"/>
          <p:cNvPicPr/>
          <p:nvPr/>
        </p:nvPicPr>
        <p:blipFill>
          <a:blip r:embed="rId2"/>
          <a:stretch/>
        </p:blipFill>
        <p:spPr>
          <a:xfrm rot="3883200">
            <a:off x="6999840" y="-726480"/>
            <a:ext cx="2568600" cy="1473840"/>
          </a:xfrm>
          <a:prstGeom prst="rect">
            <a:avLst/>
          </a:prstGeom>
          <a:noFill/>
          <a:ln w="0">
            <a:noFill/>
          </a:ln>
        </p:spPr>
      </p:pic>
      <p:pic>
        <p:nvPicPr>
          <p:cNvPr id="306" name="Google Shape;449;p45"/>
          <p:cNvPicPr/>
          <p:nvPr/>
        </p:nvPicPr>
        <p:blipFill>
          <a:blip r:embed="rId3"/>
          <a:stretch/>
        </p:blipFill>
        <p:spPr>
          <a:xfrm>
            <a:off x="6784560" y="3985560"/>
            <a:ext cx="1840680" cy="1699560"/>
          </a:xfrm>
          <a:prstGeom prst="rect">
            <a:avLst/>
          </a:prstGeom>
          <a:noFill/>
          <a:ln w="0">
            <a:noFill/>
          </a:ln>
        </p:spPr>
      </p:pic>
      <p:pic>
        <p:nvPicPr>
          <p:cNvPr id="307" name="Google Shape;450;p45"/>
          <p:cNvPicPr/>
          <p:nvPr/>
        </p:nvPicPr>
        <p:blipFill>
          <a:blip r:embed="rId4"/>
          <a:stretch/>
        </p:blipFill>
        <p:spPr>
          <a:xfrm>
            <a:off x="588960" y="-168120"/>
            <a:ext cx="1840680" cy="1782360"/>
          </a:xfrm>
          <a:prstGeom prst="rect">
            <a:avLst/>
          </a:prstGeom>
          <a:noFill/>
          <a:ln w="0">
            <a:noFill/>
          </a:ln>
        </p:spPr>
      </p:pic>
      <p:pic>
        <p:nvPicPr>
          <p:cNvPr id="308" name="Google Shape;451;p45"/>
          <p:cNvPicPr/>
          <p:nvPr/>
        </p:nvPicPr>
        <p:blipFill>
          <a:blip r:embed="rId5"/>
          <a:stretch/>
        </p:blipFill>
        <p:spPr>
          <a:xfrm>
            <a:off x="175680" y="-881280"/>
            <a:ext cx="2386440" cy="4381200"/>
          </a:xfrm>
          <a:prstGeom prst="rect">
            <a:avLst/>
          </a:prstGeom>
          <a:noFill/>
          <a:ln w="0">
            <a:noFill/>
          </a:ln>
        </p:spPr>
      </p:pic>
      <p:sp>
        <p:nvSpPr>
          <p:cNvPr id="309" name="PlaceHolder 1"/>
          <p:cNvSpPr>
            <a:spLocks noGrp="1"/>
          </p:cNvSpPr>
          <p:nvPr>
            <p:ph type="title"/>
          </p:nvPr>
        </p:nvSpPr>
        <p:spPr>
          <a:xfrm>
            <a:off x="4935240" y="1448640"/>
            <a:ext cx="3309840" cy="6015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310" name="PlaceHolder 2"/>
          <p:cNvSpPr>
            <a:spLocks noGrp="1"/>
          </p:cNvSpPr>
          <p:nvPr>
            <p:ph type="body"/>
          </p:nvPr>
        </p:nvSpPr>
        <p:spPr>
          <a:xfrm>
            <a:off x="4935240" y="2109240"/>
            <a:ext cx="3309840" cy="14346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CUSTOM_25">
    <p:bg>
      <p:bgPr>
        <a:solidFill>
          <a:schemeClr val="lt1"/>
        </a:solidFill>
        <a:effectLst/>
      </p:bgPr>
    </p:bg>
    <p:spTree>
      <p:nvGrpSpPr>
        <p:cNvPr id="1" name=""/>
        <p:cNvGrpSpPr/>
        <p:nvPr/>
      </p:nvGrpSpPr>
      <p:grpSpPr>
        <a:xfrm>
          <a:off x="0" y="0"/>
          <a:ext cx="0" cy="0"/>
          <a:chOff x="0" y="0"/>
          <a:chExt cx="0" cy="0"/>
        </a:xfrm>
      </p:grpSpPr>
      <p:sp>
        <p:nvSpPr>
          <p:cNvPr id="311" name="PlaceHolder 1"/>
          <p:cNvSpPr>
            <a:spLocks noGrp="1"/>
          </p:cNvSpPr>
          <p:nvPr>
            <p:ph type="title"/>
          </p:nvPr>
        </p:nvSpPr>
        <p:spPr>
          <a:xfrm>
            <a:off x="914760" y="1448640"/>
            <a:ext cx="3309840" cy="6015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312" name="PlaceHolder 2"/>
          <p:cNvSpPr>
            <a:spLocks noGrp="1"/>
          </p:cNvSpPr>
          <p:nvPr>
            <p:ph type="body"/>
          </p:nvPr>
        </p:nvSpPr>
        <p:spPr>
          <a:xfrm>
            <a:off x="914760" y="2109240"/>
            <a:ext cx="3309840" cy="14346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pic>
        <p:nvPicPr>
          <p:cNvPr id="313" name="Google Shape;457;p46"/>
          <p:cNvPicPr/>
          <p:nvPr/>
        </p:nvPicPr>
        <p:blipFill>
          <a:blip r:embed="rId2"/>
          <a:stretch/>
        </p:blipFill>
        <p:spPr>
          <a:xfrm rot="10678200">
            <a:off x="-631800" y="3867120"/>
            <a:ext cx="2568600" cy="1473840"/>
          </a:xfrm>
          <a:prstGeom prst="rect">
            <a:avLst/>
          </a:prstGeom>
          <a:noFill/>
          <a:ln w="0">
            <a:noFill/>
          </a:ln>
        </p:spPr>
      </p:pic>
      <p:pic>
        <p:nvPicPr>
          <p:cNvPr id="314" name="Google Shape;458;p46"/>
          <p:cNvPicPr/>
          <p:nvPr/>
        </p:nvPicPr>
        <p:blipFill>
          <a:blip r:embed="rId3"/>
          <a:stretch/>
        </p:blipFill>
        <p:spPr>
          <a:xfrm flipH="1">
            <a:off x="388800" y="-550800"/>
            <a:ext cx="1840680" cy="1699560"/>
          </a:xfrm>
          <a:prstGeom prst="rect">
            <a:avLst/>
          </a:prstGeom>
          <a:noFill/>
          <a:ln w="0">
            <a:noFill/>
          </a:ln>
        </p:spPr>
      </p:pic>
      <p:pic>
        <p:nvPicPr>
          <p:cNvPr id="315" name="Google Shape;459;p46"/>
          <p:cNvPicPr/>
          <p:nvPr/>
        </p:nvPicPr>
        <p:blipFill>
          <a:blip r:embed="rId4"/>
          <a:stretch/>
        </p:blipFill>
        <p:spPr>
          <a:xfrm flipH="1">
            <a:off x="7245000" y="-168120"/>
            <a:ext cx="1840680" cy="1782360"/>
          </a:xfrm>
          <a:prstGeom prst="rect">
            <a:avLst/>
          </a:prstGeom>
          <a:noFill/>
          <a:ln w="0">
            <a:noFill/>
          </a:ln>
        </p:spPr>
      </p:pic>
      <p:pic>
        <p:nvPicPr>
          <p:cNvPr id="316" name="Google Shape;460;p46"/>
          <p:cNvPicPr/>
          <p:nvPr/>
        </p:nvPicPr>
        <p:blipFill>
          <a:blip r:embed="rId5"/>
          <a:stretch/>
        </p:blipFill>
        <p:spPr>
          <a:xfrm flipH="1">
            <a:off x="7112520" y="-881280"/>
            <a:ext cx="2386440" cy="4381200"/>
          </a:xfrm>
          <a:prstGeom prst="rect">
            <a:avLst/>
          </a:prstGeom>
          <a:noFill/>
          <a:ln w="0">
            <a:noFill/>
          </a:ln>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CUSTOM_1">
    <p:bg>
      <p:bgPr>
        <a:solidFill>
          <a:schemeClr val="lt1"/>
        </a:solidFill>
        <a:effectLst/>
      </p:bgPr>
    </p:bg>
    <p:spTree>
      <p:nvGrpSpPr>
        <p:cNvPr id="1" name=""/>
        <p:cNvGrpSpPr/>
        <p:nvPr/>
      </p:nvGrpSpPr>
      <p:grpSpPr>
        <a:xfrm>
          <a:off x="0" y="0"/>
          <a:ext cx="0" cy="0"/>
          <a:chOff x="0" y="0"/>
          <a:chExt cx="0" cy="0"/>
        </a:xfrm>
      </p:grpSpPr>
      <p:sp>
        <p:nvSpPr>
          <p:cNvPr id="317" name="PlaceHolder 1"/>
          <p:cNvSpPr>
            <a:spLocks noGrp="1"/>
          </p:cNvSpPr>
          <p:nvPr>
            <p:ph type="title"/>
          </p:nvPr>
        </p:nvSpPr>
        <p:spPr>
          <a:xfrm>
            <a:off x="2733480" y="539640"/>
            <a:ext cx="3677040" cy="991440"/>
          </a:xfrm>
          <a:prstGeom prst="rect">
            <a:avLst/>
          </a:prstGeom>
          <a:noFill/>
          <a:ln w="0">
            <a:noFill/>
          </a:ln>
        </p:spPr>
        <p:txBody>
          <a:bodyPr lIns="91440" tIns="91440" rIns="91440" bIns="91440" anchor="b">
            <a:noAutofit/>
          </a:bodyPr>
          <a:lstStyle/>
          <a:p>
            <a:pPr indent="0">
              <a:buNone/>
            </a:pPr>
            <a:r>
              <a:rPr lang="fr-FR" sz="5200" b="0" u="none" strike="noStrike">
                <a:solidFill>
                  <a:schemeClr val="dk1"/>
                </a:solidFill>
                <a:effectLst/>
                <a:uFillTx/>
                <a:latin typeface="Arial"/>
              </a:rPr>
              <a:t>Click to edit the title text format</a:t>
            </a:r>
          </a:p>
        </p:txBody>
      </p:sp>
      <p:sp>
        <p:nvSpPr>
          <p:cNvPr id="318" name="Google Shape;464;p47"/>
          <p:cNvSpPr/>
          <p:nvPr/>
        </p:nvSpPr>
        <p:spPr>
          <a:xfrm>
            <a:off x="2733120" y="3270600"/>
            <a:ext cx="3677400" cy="757440"/>
          </a:xfrm>
          <a:prstGeom prst="rect">
            <a:avLst/>
          </a:prstGeom>
          <a:noFill/>
          <a:ln w="0">
            <a:noFill/>
          </a:ln>
        </p:spPr>
        <p:style>
          <a:lnRef idx="0">
            <a:scrgbClr r="0" g="0" b="0"/>
          </a:lnRef>
          <a:fillRef idx="0">
            <a:scrgbClr r="0" g="0" b="0"/>
          </a:fillRef>
          <a:effectRef idx="0">
            <a:scrgbClr r="0" g="0" b="0"/>
          </a:effectRef>
          <a:fontRef idx="minor"/>
        </p:style>
        <p:txBody>
          <a:bodyPr tIns="91440" bIns="91440" anchor="ctr">
            <a:noAutofit/>
          </a:bodyPr>
          <a:lstStyle/>
          <a:p>
            <a:pPr algn="ctr" defTabSz="914400">
              <a:lnSpc>
                <a:spcPct val="100000"/>
              </a:lnSpc>
              <a:tabLst>
                <a:tab pos="0" algn="l"/>
              </a:tabLst>
            </a:pPr>
            <a:r>
              <a:rPr lang="en" sz="1200" b="1" u="none" strike="noStrike">
                <a:solidFill>
                  <a:schemeClr val="dk1"/>
                </a:solidFill>
                <a:effectLst/>
                <a:uFillTx/>
                <a:latin typeface="Karla"/>
                <a:ea typeface="Karla"/>
              </a:rPr>
              <a:t>CREDITS</a:t>
            </a:r>
            <a:r>
              <a:rPr lang="en" sz="1200" b="0" u="none" strike="noStrike">
                <a:solidFill>
                  <a:schemeClr val="dk1"/>
                </a:solidFill>
                <a:effectLst/>
                <a:uFillTx/>
                <a:latin typeface="Karla"/>
                <a:ea typeface="Karla"/>
              </a:rPr>
              <a:t>: This presentation template was created by </a:t>
            </a:r>
            <a:r>
              <a:rPr lang="en" sz="1200" b="1" u="sng" strike="noStrike">
                <a:solidFill>
                  <a:schemeClr val="dk1"/>
                </a:solidFill>
                <a:effectLst/>
                <a:uFillTx/>
                <a:latin typeface="Karla"/>
                <a:ea typeface="Karla"/>
                <a:hlinkClick r:id="rId2"/>
              </a:rPr>
              <a:t>Slidesgo</a:t>
            </a:r>
            <a:r>
              <a:rPr lang="en" sz="1200" b="1" u="none" strike="noStrike">
                <a:solidFill>
                  <a:schemeClr val="dk1"/>
                </a:solidFill>
                <a:effectLst/>
                <a:uFillTx/>
                <a:latin typeface="Karla"/>
                <a:ea typeface="Karla"/>
              </a:rPr>
              <a:t>,</a:t>
            </a:r>
            <a:r>
              <a:rPr lang="en" sz="1200" b="0" u="none" strike="noStrike">
                <a:solidFill>
                  <a:schemeClr val="dk1"/>
                </a:solidFill>
                <a:effectLst/>
                <a:uFillTx/>
                <a:latin typeface="Karla"/>
                <a:ea typeface="Karla"/>
              </a:rPr>
              <a:t> including icons, infographics &amp; images by </a:t>
            </a:r>
            <a:r>
              <a:rPr lang="en" sz="1200" b="1" u="sng" strike="noStrike">
                <a:solidFill>
                  <a:schemeClr val="dk1"/>
                </a:solidFill>
                <a:effectLst/>
                <a:uFillTx/>
                <a:latin typeface="Karla"/>
                <a:ea typeface="Karla"/>
                <a:hlinkClick r:id="rId3"/>
              </a:rPr>
              <a:t>Freepik</a:t>
            </a:r>
            <a:endParaRPr lang="en-US" sz="1200" b="0" u="none" strike="noStrike">
              <a:solidFill>
                <a:srgbClr val="000000"/>
              </a:solidFill>
              <a:effectLst/>
              <a:uFillTx/>
              <a:latin typeface="OpenSymbol"/>
            </a:endParaRPr>
          </a:p>
        </p:txBody>
      </p:sp>
      <p:pic>
        <p:nvPicPr>
          <p:cNvPr id="319" name="Google Shape;465;p47"/>
          <p:cNvPicPr/>
          <p:nvPr/>
        </p:nvPicPr>
        <p:blipFill>
          <a:blip r:embed="rId4"/>
          <a:stretch/>
        </p:blipFill>
        <p:spPr>
          <a:xfrm rot="5400000">
            <a:off x="-590040" y="1290960"/>
            <a:ext cx="2786040" cy="2161440"/>
          </a:xfrm>
          <a:prstGeom prst="rect">
            <a:avLst/>
          </a:prstGeom>
          <a:noFill/>
          <a:ln w="0">
            <a:noFill/>
          </a:ln>
        </p:spPr>
      </p:pic>
      <p:pic>
        <p:nvPicPr>
          <p:cNvPr id="320" name="Google Shape;466;p47"/>
          <p:cNvPicPr/>
          <p:nvPr/>
        </p:nvPicPr>
        <p:blipFill>
          <a:blip r:embed="rId5"/>
          <a:stretch/>
        </p:blipFill>
        <p:spPr>
          <a:xfrm rot="5400000">
            <a:off x="390240" y="192960"/>
            <a:ext cx="2057760" cy="1992960"/>
          </a:xfrm>
          <a:prstGeom prst="rect">
            <a:avLst/>
          </a:prstGeom>
          <a:noFill/>
          <a:ln w="0">
            <a:noFill/>
          </a:ln>
        </p:spPr>
      </p:pic>
      <p:pic>
        <p:nvPicPr>
          <p:cNvPr id="321" name="Google Shape;467;p47"/>
          <p:cNvPicPr/>
          <p:nvPr/>
        </p:nvPicPr>
        <p:blipFill>
          <a:blip r:embed="rId6"/>
          <a:stretch/>
        </p:blipFill>
        <p:spPr>
          <a:xfrm rot="16200000">
            <a:off x="-988920" y="3092040"/>
            <a:ext cx="4033080" cy="2891520"/>
          </a:xfrm>
          <a:prstGeom prst="rect">
            <a:avLst/>
          </a:prstGeom>
          <a:noFill/>
          <a:ln w="0">
            <a:noFill/>
          </a:ln>
        </p:spPr>
      </p:pic>
      <p:pic>
        <p:nvPicPr>
          <p:cNvPr id="322" name="Google Shape;468;p47"/>
          <p:cNvPicPr/>
          <p:nvPr/>
        </p:nvPicPr>
        <p:blipFill>
          <a:blip r:embed="rId7"/>
          <a:stretch/>
        </p:blipFill>
        <p:spPr>
          <a:xfrm rot="3547200">
            <a:off x="7590240" y="1978560"/>
            <a:ext cx="1674360" cy="3812760"/>
          </a:xfrm>
          <a:prstGeom prst="rect">
            <a:avLst/>
          </a:prstGeom>
          <a:noFill/>
          <a:ln w="0">
            <a:noFill/>
          </a:ln>
        </p:spPr>
      </p:pic>
      <p:pic>
        <p:nvPicPr>
          <p:cNvPr id="323" name="Google Shape;469;p47"/>
          <p:cNvPicPr/>
          <p:nvPr/>
        </p:nvPicPr>
        <p:blipFill>
          <a:blip r:embed="rId8"/>
          <a:stretch/>
        </p:blipFill>
        <p:spPr>
          <a:xfrm rot="20934600">
            <a:off x="6798960" y="-791280"/>
            <a:ext cx="1769040" cy="4291920"/>
          </a:xfrm>
          <a:prstGeom prst="rect">
            <a:avLst/>
          </a:prstGeom>
          <a:noFill/>
          <a:ln w="0">
            <a:noFill/>
          </a:ln>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CUSTOM_6_1">
    <p:bg>
      <p:bgPr>
        <a:solidFill>
          <a:schemeClr val="lt1"/>
        </a:solidFill>
        <a:effectLst/>
      </p:bgPr>
    </p:bg>
    <p:spTree>
      <p:nvGrpSpPr>
        <p:cNvPr id="1" name=""/>
        <p:cNvGrpSpPr/>
        <p:nvPr/>
      </p:nvGrpSpPr>
      <p:grpSpPr>
        <a:xfrm>
          <a:off x="0" y="0"/>
          <a:ext cx="0" cy="0"/>
          <a:chOff x="0" y="0"/>
          <a:chExt cx="0" cy="0"/>
        </a:xfrm>
      </p:grpSpPr>
      <p:pic>
        <p:nvPicPr>
          <p:cNvPr id="324" name="Google Shape;472;p49"/>
          <p:cNvPicPr/>
          <p:nvPr/>
        </p:nvPicPr>
        <p:blipFill>
          <a:blip r:embed="rId2"/>
          <a:stretch/>
        </p:blipFill>
        <p:spPr>
          <a:xfrm rot="9305400">
            <a:off x="6956280" y="-35640"/>
            <a:ext cx="1923840" cy="4667040"/>
          </a:xfrm>
          <a:prstGeom prst="rect">
            <a:avLst/>
          </a:prstGeom>
          <a:noFill/>
          <a:ln w="0">
            <a:noFill/>
          </a:ln>
        </p:spPr>
      </p:pic>
      <p:pic>
        <p:nvPicPr>
          <p:cNvPr id="325" name="Google Shape;473;p49"/>
          <p:cNvPicPr/>
          <p:nvPr/>
        </p:nvPicPr>
        <p:blipFill>
          <a:blip r:embed="rId3"/>
          <a:stretch/>
        </p:blipFill>
        <p:spPr>
          <a:xfrm rot="5400000">
            <a:off x="6172560" y="658080"/>
            <a:ext cx="3810600" cy="2732040"/>
          </a:xfrm>
          <a:prstGeom prst="rect">
            <a:avLst/>
          </a:prstGeom>
          <a:noFill/>
          <a:ln w="0">
            <a:noFill/>
          </a:ln>
        </p:spPr>
      </p:pic>
      <p:pic>
        <p:nvPicPr>
          <p:cNvPr id="326" name="Google Shape;474;p49"/>
          <p:cNvPicPr/>
          <p:nvPr/>
        </p:nvPicPr>
        <p:blipFill>
          <a:blip r:embed="rId4"/>
          <a:stretch/>
        </p:blipFill>
        <p:spPr>
          <a:xfrm>
            <a:off x="155520" y="1026000"/>
            <a:ext cx="1773720" cy="4039200"/>
          </a:xfrm>
          <a:prstGeom prst="rect">
            <a:avLst/>
          </a:prstGeom>
          <a:noFill/>
          <a:ln w="0">
            <a:noFill/>
          </a:ln>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CUSTOM_6_1_1">
    <p:bg>
      <p:bgPr>
        <a:solidFill>
          <a:schemeClr val="lt1"/>
        </a:solidFill>
        <a:effectLst/>
      </p:bgPr>
    </p:bg>
    <p:spTree>
      <p:nvGrpSpPr>
        <p:cNvPr id="1" name=""/>
        <p:cNvGrpSpPr/>
        <p:nvPr/>
      </p:nvGrpSpPr>
      <p:grpSpPr>
        <a:xfrm>
          <a:off x="0" y="0"/>
          <a:ext cx="0" cy="0"/>
          <a:chOff x="0" y="0"/>
          <a:chExt cx="0" cy="0"/>
        </a:xfrm>
      </p:grpSpPr>
      <p:pic>
        <p:nvPicPr>
          <p:cNvPr id="327" name="Google Shape;476;p50"/>
          <p:cNvPicPr/>
          <p:nvPr/>
        </p:nvPicPr>
        <p:blipFill>
          <a:blip r:embed="rId2"/>
          <a:stretch/>
        </p:blipFill>
        <p:spPr>
          <a:xfrm rot="10800000">
            <a:off x="7178760" y="160560"/>
            <a:ext cx="2504160" cy="1436760"/>
          </a:xfrm>
          <a:prstGeom prst="rect">
            <a:avLst/>
          </a:prstGeom>
          <a:noFill/>
          <a:ln w="0">
            <a:noFill/>
          </a:ln>
        </p:spPr>
      </p:pic>
      <p:pic>
        <p:nvPicPr>
          <p:cNvPr id="328" name="Google Shape;477;p50"/>
          <p:cNvPicPr/>
          <p:nvPr/>
        </p:nvPicPr>
        <p:blipFill>
          <a:blip r:embed="rId3"/>
          <a:stretch/>
        </p:blipFill>
        <p:spPr>
          <a:xfrm rot="4956600">
            <a:off x="5559120" y="-1676520"/>
            <a:ext cx="2386440" cy="4381200"/>
          </a:xfrm>
          <a:prstGeom prst="rect">
            <a:avLst/>
          </a:prstGeom>
          <a:noFill/>
          <a:ln w="0">
            <a:noFill/>
          </a:ln>
        </p:spPr>
      </p:pic>
      <p:pic>
        <p:nvPicPr>
          <p:cNvPr id="329" name="Google Shape;478;p50"/>
          <p:cNvPicPr/>
          <p:nvPr/>
        </p:nvPicPr>
        <p:blipFill>
          <a:blip r:embed="rId4"/>
          <a:stretch/>
        </p:blipFill>
        <p:spPr>
          <a:xfrm rot="16200000">
            <a:off x="132480" y="2106360"/>
            <a:ext cx="2786040" cy="2161440"/>
          </a:xfrm>
          <a:prstGeom prst="rect">
            <a:avLst/>
          </a:prstGeom>
          <a:noFill/>
          <a:ln w="0">
            <a:noFill/>
          </a:ln>
        </p:spPr>
      </p:pic>
      <p:pic>
        <p:nvPicPr>
          <p:cNvPr id="330" name="Google Shape;479;p50"/>
          <p:cNvPicPr/>
          <p:nvPr/>
        </p:nvPicPr>
        <p:blipFill>
          <a:blip r:embed="rId5"/>
          <a:stretch/>
        </p:blipFill>
        <p:spPr>
          <a:xfrm rot="16200000">
            <a:off x="-119160" y="3372840"/>
            <a:ext cx="2057760" cy="1992960"/>
          </a:xfrm>
          <a:prstGeom prst="rect">
            <a:avLst/>
          </a:prstGeom>
          <a:noFill/>
          <a:ln w="0">
            <a:noFill/>
          </a:ln>
        </p:spPr>
      </p:pic>
      <p:pic>
        <p:nvPicPr>
          <p:cNvPr id="331" name="Google Shape;480;p50"/>
          <p:cNvPicPr/>
          <p:nvPr/>
        </p:nvPicPr>
        <p:blipFill>
          <a:blip r:embed="rId6"/>
          <a:stretch/>
        </p:blipFill>
        <p:spPr>
          <a:xfrm rot="10800000">
            <a:off x="6645960" y="3698640"/>
            <a:ext cx="1840680" cy="1699560"/>
          </a:xfrm>
          <a:prstGeom prst="rect">
            <a:avLst/>
          </a:prstGeom>
          <a:noFill/>
          <a:ln w="0">
            <a:noFill/>
          </a:ln>
        </p:spPr>
      </p:pic>
      <p:pic>
        <p:nvPicPr>
          <p:cNvPr id="332" name="Google Shape;481;p50"/>
          <p:cNvPicPr/>
          <p:nvPr/>
        </p:nvPicPr>
        <p:blipFill>
          <a:blip r:embed="rId7"/>
          <a:stretch/>
        </p:blipFill>
        <p:spPr>
          <a:xfrm rot="16200000" flipH="1">
            <a:off x="7220520" y="3593880"/>
            <a:ext cx="1571760" cy="2036160"/>
          </a:xfrm>
          <a:prstGeom prst="rect">
            <a:avLst/>
          </a:prstGeom>
          <a:noFill/>
          <a:ln w="0">
            <a:noFill/>
          </a:ln>
        </p:spPr>
      </p:pic>
      <p:pic>
        <p:nvPicPr>
          <p:cNvPr id="333" name="Google Shape;482;p50"/>
          <p:cNvPicPr/>
          <p:nvPr/>
        </p:nvPicPr>
        <p:blipFill>
          <a:blip r:embed="rId8"/>
          <a:stretch/>
        </p:blipFill>
        <p:spPr>
          <a:xfrm rot="358800">
            <a:off x="-398880" y="-654480"/>
            <a:ext cx="2001960" cy="4559040"/>
          </a:xfrm>
          <a:prstGeom prst="rect">
            <a:avLst/>
          </a:prstGeom>
          <a:noFill/>
          <a:ln w="0">
            <a:noFill/>
          </a:ln>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sp>
        <p:nvSpPr>
          <p:cNvPr id="334" name="PlaceHolder 1"/>
          <p:cNvSpPr>
            <a:spLocks noGrp="1"/>
          </p:cNvSpPr>
          <p:nvPr>
            <p:ph type="title"/>
          </p:nvPr>
        </p:nvSpPr>
        <p:spPr>
          <a:xfrm>
            <a:off x="713160" y="539640"/>
            <a:ext cx="7717320" cy="57240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pic>
        <p:nvPicPr>
          <p:cNvPr id="335" name="Google Shape;44;p6"/>
          <p:cNvPicPr/>
          <p:nvPr/>
        </p:nvPicPr>
        <p:blipFill>
          <a:blip r:embed="rId2"/>
          <a:stretch/>
        </p:blipFill>
        <p:spPr>
          <a:xfrm rot="7597200">
            <a:off x="-1389240" y="772560"/>
            <a:ext cx="2386440" cy="4381200"/>
          </a:xfrm>
          <a:prstGeom prst="rect">
            <a:avLst/>
          </a:prstGeom>
          <a:noFill/>
          <a:ln w="0">
            <a:noFill/>
          </a:ln>
        </p:spPr>
      </p:pic>
      <p:pic>
        <p:nvPicPr>
          <p:cNvPr id="336" name="Google Shape;45;p6"/>
          <p:cNvPicPr/>
          <p:nvPr/>
        </p:nvPicPr>
        <p:blipFill>
          <a:blip r:embed="rId3"/>
          <a:stretch/>
        </p:blipFill>
        <p:spPr>
          <a:xfrm rot="16200000">
            <a:off x="531360" y="-1746000"/>
            <a:ext cx="1445760" cy="3292200"/>
          </a:xfrm>
          <a:prstGeom prst="rect">
            <a:avLst/>
          </a:prstGeom>
          <a:noFill/>
          <a:ln w="0">
            <a:noFill/>
          </a:ln>
        </p:spPr>
      </p:pic>
      <p:pic>
        <p:nvPicPr>
          <p:cNvPr id="337" name="Google Shape;46;p6"/>
          <p:cNvPicPr/>
          <p:nvPr/>
        </p:nvPicPr>
        <p:blipFill>
          <a:blip r:embed="rId4"/>
          <a:stretch/>
        </p:blipFill>
        <p:spPr>
          <a:xfrm>
            <a:off x="8181000" y="-333000"/>
            <a:ext cx="1730160" cy="1597680"/>
          </a:xfrm>
          <a:prstGeom prst="rect">
            <a:avLst/>
          </a:prstGeom>
          <a:noFill/>
          <a:ln w="0">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sp>
        <p:nvSpPr>
          <p:cNvPr id="338" name="PlaceHolder 1"/>
          <p:cNvSpPr>
            <a:spLocks noGrp="1"/>
          </p:cNvSpPr>
          <p:nvPr>
            <p:ph type="title"/>
          </p:nvPr>
        </p:nvSpPr>
        <p:spPr>
          <a:xfrm>
            <a:off x="4222800" y="1553400"/>
            <a:ext cx="4046040" cy="60156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
        <p:nvSpPr>
          <p:cNvPr id="339" name="PlaceHolder 2"/>
          <p:cNvSpPr>
            <a:spLocks noGrp="1"/>
          </p:cNvSpPr>
          <p:nvPr>
            <p:ph type="body"/>
          </p:nvPr>
        </p:nvSpPr>
        <p:spPr>
          <a:xfrm>
            <a:off x="4222800" y="2214000"/>
            <a:ext cx="4046040" cy="1434600"/>
          </a:xfrm>
          <a:prstGeom prst="rect">
            <a:avLst/>
          </a:prstGeom>
          <a:noFill/>
          <a:ln w="0">
            <a:noFill/>
          </a:ln>
        </p:spPr>
        <p:txBody>
          <a:bodyPr lIns="91440" tIns="91440" rIns="91440" bIns="91440" anchor="t">
            <a:noAutofit/>
          </a:bodyPr>
          <a:lstStyle/>
          <a:p>
            <a:pPr marL="432000" indent="-324000">
              <a:spcBef>
                <a:spcPts val="1417"/>
              </a:spcBef>
              <a:buClr>
                <a:srgbClr val="000000"/>
              </a:buClr>
              <a:buSzPct val="45000"/>
              <a:buFont typeface="Wingdings" charset="2"/>
              <a:buChar char=""/>
            </a:pPr>
            <a:r>
              <a:rPr lang="fr-FR" sz="1600" b="0" u="none" strike="noStrike">
                <a:solidFill>
                  <a:srgbClr val="000000"/>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fr-FR" sz="1600" b="0" u="none" strike="noStrike">
                <a:solidFill>
                  <a:srgbClr val="000000"/>
                </a:solidFill>
                <a:effectLst/>
                <a:uFillTx/>
                <a:latin typeface="Arial"/>
              </a:rPr>
              <a:t>Second Outline Level</a:t>
            </a:r>
          </a:p>
          <a:p>
            <a:pPr marL="1296000" lvl="2" indent="-288000">
              <a:spcBef>
                <a:spcPts val="850"/>
              </a:spcBef>
              <a:buClr>
                <a:srgbClr val="000000"/>
              </a:buClr>
              <a:buSzPct val="45000"/>
              <a:buFont typeface="Wingdings" charset="2"/>
              <a:buChar char=""/>
            </a:pPr>
            <a:r>
              <a:rPr lang="fr-FR" sz="1600" b="0" u="none" strike="noStrike">
                <a:solidFill>
                  <a:srgbClr val="000000"/>
                </a:solidFill>
                <a:effectLst/>
                <a:uFillTx/>
                <a:latin typeface="Arial"/>
              </a:rPr>
              <a:t>Third Outline Level</a:t>
            </a:r>
          </a:p>
          <a:p>
            <a:pPr marL="1728000" lvl="3" indent="-216000">
              <a:spcBef>
                <a:spcPts val="567"/>
              </a:spcBef>
              <a:buClr>
                <a:srgbClr val="000000"/>
              </a:buClr>
              <a:buSzPct val="75000"/>
              <a:buFont typeface="Symbol" charset="2"/>
              <a:buChar char=""/>
            </a:pPr>
            <a:r>
              <a:rPr lang="fr-FR" sz="1600" b="0" u="none" strike="noStrike">
                <a:solidFill>
                  <a:srgbClr val="000000"/>
                </a:solidFill>
                <a:effectLst/>
                <a:uFillTx/>
                <a:latin typeface="Arial"/>
              </a:rPr>
              <a:t>Fourth Outline Level</a:t>
            </a:r>
          </a:p>
          <a:p>
            <a:pPr marL="2160000" lvl="4"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Fifth Outline Level</a:t>
            </a:r>
          </a:p>
          <a:p>
            <a:pPr marL="2592000" lvl="5"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Sixth Outline Level</a:t>
            </a:r>
          </a:p>
          <a:p>
            <a:pPr marL="3024000" lvl="6" indent="-216000">
              <a:spcBef>
                <a:spcPts val="283"/>
              </a:spcBef>
              <a:buClr>
                <a:srgbClr val="000000"/>
              </a:buClr>
              <a:buSzPct val="45000"/>
              <a:buFont typeface="Wingdings" charset="2"/>
              <a:buChar char=""/>
            </a:pPr>
            <a:r>
              <a:rPr lang="fr-FR" sz="1600" b="0" u="none" strike="noStrike">
                <a:solidFill>
                  <a:srgbClr val="000000"/>
                </a:solidFill>
                <a:effectLst/>
                <a:uFillTx/>
                <a:latin typeface="Arial"/>
              </a:rPr>
              <a:t>Seventh Outline Level</a:t>
            </a:r>
          </a:p>
        </p:txBody>
      </p:sp>
      <p:pic>
        <p:nvPicPr>
          <p:cNvPr id="340" name="Google Shape;50;p7"/>
          <p:cNvPicPr/>
          <p:nvPr/>
        </p:nvPicPr>
        <p:blipFill>
          <a:blip r:embed="rId2"/>
          <a:stretch/>
        </p:blipFill>
        <p:spPr>
          <a:xfrm rot="3883200">
            <a:off x="6999840" y="-192960"/>
            <a:ext cx="2568600" cy="1473840"/>
          </a:xfrm>
          <a:prstGeom prst="rect">
            <a:avLst/>
          </a:prstGeom>
          <a:noFill/>
          <a:ln w="0">
            <a:noFill/>
          </a:ln>
        </p:spPr>
      </p:pic>
      <p:pic>
        <p:nvPicPr>
          <p:cNvPr id="341" name="Google Shape;51;p7"/>
          <p:cNvPicPr/>
          <p:nvPr/>
        </p:nvPicPr>
        <p:blipFill>
          <a:blip r:embed="rId3"/>
          <a:stretch/>
        </p:blipFill>
        <p:spPr>
          <a:xfrm>
            <a:off x="6784560" y="3985560"/>
            <a:ext cx="1840680" cy="1699560"/>
          </a:xfrm>
          <a:prstGeom prst="rect">
            <a:avLst/>
          </a:prstGeom>
          <a:noFill/>
          <a:ln w="0">
            <a:noFill/>
          </a:ln>
        </p:spPr>
      </p:pic>
      <p:pic>
        <p:nvPicPr>
          <p:cNvPr id="342" name="Google Shape;52;p7"/>
          <p:cNvPicPr/>
          <p:nvPr/>
        </p:nvPicPr>
        <p:blipFill>
          <a:blip r:embed="rId4"/>
          <a:stretch/>
        </p:blipFill>
        <p:spPr>
          <a:xfrm>
            <a:off x="588960" y="-168120"/>
            <a:ext cx="1840680" cy="1782360"/>
          </a:xfrm>
          <a:prstGeom prst="rect">
            <a:avLst/>
          </a:prstGeom>
          <a:noFill/>
          <a:ln w="0">
            <a:noFill/>
          </a:ln>
        </p:spPr>
      </p:pic>
      <p:pic>
        <p:nvPicPr>
          <p:cNvPr id="343" name="Google Shape;53;p7"/>
          <p:cNvPicPr/>
          <p:nvPr/>
        </p:nvPicPr>
        <p:blipFill>
          <a:blip r:embed="rId5"/>
          <a:stretch/>
        </p:blipFill>
        <p:spPr>
          <a:xfrm>
            <a:off x="175680" y="-881280"/>
            <a:ext cx="2386440" cy="4381200"/>
          </a:xfrm>
          <a:prstGeom prst="rect">
            <a:avLst/>
          </a:prstGeom>
          <a:noFill/>
          <a:ln w="0">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sp>
        <p:nvSpPr>
          <p:cNvPr id="344" name="PlaceHolder 1"/>
          <p:cNvSpPr>
            <a:spLocks noGrp="1"/>
          </p:cNvSpPr>
          <p:nvPr>
            <p:ph type="title"/>
          </p:nvPr>
        </p:nvSpPr>
        <p:spPr>
          <a:xfrm>
            <a:off x="2510280" y="1428840"/>
            <a:ext cx="4123440" cy="228564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pic>
        <p:nvPicPr>
          <p:cNvPr id="345" name="Google Shape;56;p8"/>
          <p:cNvPicPr/>
          <p:nvPr/>
        </p:nvPicPr>
        <p:blipFill>
          <a:blip r:embed="rId2"/>
          <a:stretch/>
        </p:blipFill>
        <p:spPr>
          <a:xfrm rot="5400000">
            <a:off x="4841640" y="-1829160"/>
            <a:ext cx="2386440" cy="4381200"/>
          </a:xfrm>
          <a:prstGeom prst="rect">
            <a:avLst/>
          </a:prstGeom>
          <a:noFill/>
          <a:ln w="0">
            <a:noFill/>
          </a:ln>
        </p:spPr>
      </p:pic>
      <p:pic>
        <p:nvPicPr>
          <p:cNvPr id="346" name="Google Shape;57;p8"/>
          <p:cNvPicPr/>
          <p:nvPr/>
        </p:nvPicPr>
        <p:blipFill>
          <a:blip r:embed="rId3"/>
          <a:stretch/>
        </p:blipFill>
        <p:spPr>
          <a:xfrm rot="20934600">
            <a:off x="3600" y="-621720"/>
            <a:ext cx="1923840" cy="4667040"/>
          </a:xfrm>
          <a:prstGeom prst="rect">
            <a:avLst/>
          </a:prstGeom>
          <a:noFill/>
          <a:ln w="0">
            <a:noFill/>
          </a:ln>
        </p:spPr>
      </p:pic>
      <p:pic>
        <p:nvPicPr>
          <p:cNvPr id="347" name="Google Shape;58;p8"/>
          <p:cNvPicPr/>
          <p:nvPr/>
        </p:nvPicPr>
        <p:blipFill>
          <a:blip r:embed="rId4"/>
          <a:stretch/>
        </p:blipFill>
        <p:spPr>
          <a:xfrm rot="19960800">
            <a:off x="562680" y="1270080"/>
            <a:ext cx="2001960" cy="4559040"/>
          </a:xfrm>
          <a:prstGeom prst="rect">
            <a:avLst/>
          </a:prstGeom>
          <a:noFill/>
          <a:ln w="0">
            <a:noFill/>
          </a:ln>
        </p:spPr>
      </p:pic>
      <p:pic>
        <p:nvPicPr>
          <p:cNvPr id="348" name="Google Shape;59;p8"/>
          <p:cNvPicPr/>
          <p:nvPr/>
        </p:nvPicPr>
        <p:blipFill>
          <a:blip r:embed="rId5"/>
          <a:stretch/>
        </p:blipFill>
        <p:spPr>
          <a:xfrm rot="1940400">
            <a:off x="7146360" y="3225600"/>
            <a:ext cx="2568600" cy="1473840"/>
          </a:xfrm>
          <a:prstGeom prst="rect">
            <a:avLst/>
          </a:prstGeom>
          <a:noFill/>
          <a:ln w="0">
            <a:noFill/>
          </a:ln>
        </p:spPr>
      </p:pic>
      <p:pic>
        <p:nvPicPr>
          <p:cNvPr id="349" name="Google Shape;60;p8"/>
          <p:cNvPicPr/>
          <p:nvPr/>
        </p:nvPicPr>
        <p:blipFill>
          <a:blip r:embed="rId6"/>
          <a:stretch/>
        </p:blipFill>
        <p:spPr>
          <a:xfrm rot="5400000">
            <a:off x="6687720" y="3507480"/>
            <a:ext cx="1392840" cy="1348920"/>
          </a:xfrm>
          <a:prstGeom prst="rect">
            <a:avLst/>
          </a:prstGeom>
          <a:noFill/>
          <a:ln w="0">
            <a:noFill/>
          </a:ln>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sp>
        <p:nvSpPr>
          <p:cNvPr id="350" name="PlaceHolder 1"/>
          <p:cNvSpPr>
            <a:spLocks noGrp="1"/>
          </p:cNvSpPr>
          <p:nvPr>
            <p:ph type="title"/>
          </p:nvPr>
        </p:nvSpPr>
        <p:spPr>
          <a:xfrm>
            <a:off x="2683800" y="1533240"/>
            <a:ext cx="3776400" cy="648720"/>
          </a:xfrm>
          <a:prstGeom prst="rect">
            <a:avLst/>
          </a:prstGeom>
          <a:noFill/>
          <a:ln w="0">
            <a:noFill/>
          </a:ln>
        </p:spPr>
        <p:txBody>
          <a:bodyPr lIns="91440" tIns="91440" rIns="91440" bIns="91440" anchor="t">
            <a:noAutofit/>
          </a:bodyPr>
          <a:lstStyle/>
          <a:p>
            <a:pPr indent="0">
              <a:buNone/>
            </a:pPr>
            <a:r>
              <a:rPr lang="fr-FR" sz="4200" b="0" u="none" strike="noStrike">
                <a:solidFill>
                  <a:schemeClr val="dk1"/>
                </a:solidFill>
                <a:effectLst/>
                <a:uFillTx/>
                <a:latin typeface="Arial"/>
              </a:rPr>
              <a:t>Click to edit the title text format</a:t>
            </a:r>
          </a:p>
        </p:txBody>
      </p:sp>
      <p:pic>
        <p:nvPicPr>
          <p:cNvPr id="351" name="Google Shape;64;p9"/>
          <p:cNvPicPr/>
          <p:nvPr/>
        </p:nvPicPr>
        <p:blipFill>
          <a:blip r:embed="rId2"/>
          <a:stretch/>
        </p:blipFill>
        <p:spPr>
          <a:xfrm rot="3905400">
            <a:off x="1835280" y="-2291400"/>
            <a:ext cx="1923840" cy="4667040"/>
          </a:xfrm>
          <a:prstGeom prst="rect">
            <a:avLst/>
          </a:prstGeom>
          <a:noFill/>
          <a:ln w="0">
            <a:noFill/>
          </a:ln>
        </p:spPr>
      </p:pic>
      <p:pic>
        <p:nvPicPr>
          <p:cNvPr id="352" name="Google Shape;65;p9"/>
          <p:cNvPicPr/>
          <p:nvPr/>
        </p:nvPicPr>
        <p:blipFill>
          <a:blip r:embed="rId3"/>
          <a:stretch/>
        </p:blipFill>
        <p:spPr>
          <a:xfrm>
            <a:off x="618840" y="-1483560"/>
            <a:ext cx="3810600" cy="2732040"/>
          </a:xfrm>
          <a:prstGeom prst="rect">
            <a:avLst/>
          </a:prstGeom>
          <a:noFill/>
          <a:ln w="0">
            <a:noFill/>
          </a:ln>
        </p:spPr>
      </p:pic>
      <p:pic>
        <p:nvPicPr>
          <p:cNvPr id="353" name="Google Shape;66;p9"/>
          <p:cNvPicPr/>
          <p:nvPr/>
        </p:nvPicPr>
        <p:blipFill>
          <a:blip r:embed="rId4"/>
          <a:stretch/>
        </p:blipFill>
        <p:spPr>
          <a:xfrm rot="18317400">
            <a:off x="789840" y="2486880"/>
            <a:ext cx="1773720" cy="4039200"/>
          </a:xfrm>
          <a:prstGeom prst="rect">
            <a:avLst/>
          </a:prstGeom>
          <a:noFill/>
          <a:ln w="0">
            <a:noFill/>
          </a:ln>
        </p:spPr>
      </p:pic>
      <p:pic>
        <p:nvPicPr>
          <p:cNvPr id="354" name="Google Shape;67;p9"/>
          <p:cNvPicPr/>
          <p:nvPr/>
        </p:nvPicPr>
        <p:blipFill>
          <a:blip r:embed="rId5"/>
          <a:stretch/>
        </p:blipFill>
        <p:spPr>
          <a:xfrm rot="10800000">
            <a:off x="7253640" y="3556800"/>
            <a:ext cx="2504160" cy="1436760"/>
          </a:xfrm>
          <a:prstGeom prst="rect">
            <a:avLst/>
          </a:prstGeom>
          <a:noFill/>
          <a:ln w="0">
            <a:noFill/>
          </a:ln>
        </p:spPr>
      </p:pic>
      <p:pic>
        <p:nvPicPr>
          <p:cNvPr id="355" name="Google Shape;68;p9"/>
          <p:cNvPicPr/>
          <p:nvPr/>
        </p:nvPicPr>
        <p:blipFill>
          <a:blip r:embed="rId6"/>
          <a:stretch/>
        </p:blipFill>
        <p:spPr>
          <a:xfrm rot="4512000">
            <a:off x="7355160" y="2408400"/>
            <a:ext cx="1697040" cy="1643400"/>
          </a:xfrm>
          <a:prstGeom prst="rect">
            <a:avLst/>
          </a:prstGeom>
          <a:noFill/>
          <a:ln w="0">
            <a:noFill/>
          </a:ln>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356" name="PlaceHolder 1"/>
          <p:cNvSpPr>
            <a:spLocks noGrp="1"/>
          </p:cNvSpPr>
          <p:nvPr>
            <p:ph type="title"/>
          </p:nvPr>
        </p:nvSpPr>
        <p:spPr>
          <a:xfrm>
            <a:off x="713160" y="2423520"/>
            <a:ext cx="2574720" cy="2028240"/>
          </a:xfrm>
          <a:prstGeom prst="rect">
            <a:avLst/>
          </a:prstGeom>
          <a:noFill/>
          <a:ln w="0">
            <a:noFill/>
          </a:ln>
        </p:spPr>
        <p:txBody>
          <a:bodyPr lIns="91440" tIns="91440" rIns="91440" bIns="91440" anchor="t">
            <a:noAutofit/>
          </a:bodyPr>
          <a:lstStyle/>
          <a:p>
            <a:pPr indent="0">
              <a:buNone/>
            </a:pPr>
            <a:r>
              <a:rPr lang="fr-FR" sz="2800" b="0" u="none" strike="noStrike">
                <a:solidFill>
                  <a:schemeClr val="dk1"/>
                </a:solidFill>
                <a:effectLst/>
                <a:uFillTx/>
                <a:latin typeface="Arial"/>
              </a:rPr>
              <a:t>Click to edit the title text format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1.xml"/></Relationships>
</file>

<file path=ppt/slides/_rels/slide1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PlaceHolder 1"/>
          <p:cNvSpPr>
            <a:spLocks noGrp="1"/>
          </p:cNvSpPr>
          <p:nvPr>
            <p:ph type="title"/>
          </p:nvPr>
        </p:nvSpPr>
        <p:spPr>
          <a:xfrm>
            <a:off x="952560" y="1457280"/>
            <a:ext cx="7238520" cy="180936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5200" b="0" u="none" strike="noStrike" dirty="0">
                <a:solidFill>
                  <a:schemeClr val="dk1"/>
                </a:solidFill>
                <a:effectLst/>
                <a:uFillTx/>
                <a:latin typeface="DM Serif Display"/>
                <a:ea typeface="DM Serif Display"/>
              </a:rPr>
              <a:t>Hospital Management Analysis</a:t>
            </a:r>
            <a:endParaRPr lang="fr-FR" sz="5200" b="0" u="none" strike="noStrike" dirty="0">
              <a:solidFill>
                <a:schemeClr val="dk1"/>
              </a:solidFill>
              <a:effectLst/>
              <a:uFillTx/>
              <a:latin typeface="Arial"/>
            </a:endParaRPr>
          </a:p>
        </p:txBody>
      </p:sp>
      <p:sp>
        <p:nvSpPr>
          <p:cNvPr id="358" name="PlaceHolder 2"/>
          <p:cNvSpPr>
            <a:spLocks noGrp="1"/>
          </p:cNvSpPr>
          <p:nvPr>
            <p:ph type="subTitle"/>
          </p:nvPr>
        </p:nvSpPr>
        <p:spPr>
          <a:xfrm>
            <a:off x="1542960" y="3267000"/>
            <a:ext cx="6017169" cy="1639736"/>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1400" b="0" u="none" strike="noStrike" dirty="0" err="1">
                <a:solidFill>
                  <a:srgbClr val="000000"/>
                </a:solidFill>
                <a:effectLst/>
                <a:uFillTx/>
                <a:latin typeface="Karla" pitchFamily="2" charset="0"/>
              </a:rPr>
              <a:t>Presentated</a:t>
            </a:r>
            <a:r>
              <a:rPr lang="en-US" sz="1400" b="0" u="none" strike="noStrike" dirty="0">
                <a:solidFill>
                  <a:srgbClr val="000000"/>
                </a:solidFill>
                <a:effectLst/>
                <a:uFillTx/>
                <a:latin typeface="Karla" pitchFamily="2" charset="0"/>
              </a:rPr>
              <a:t> </a:t>
            </a:r>
            <a:r>
              <a:rPr lang="en-US" sz="1400" b="0" u="none" strike="noStrike">
                <a:solidFill>
                  <a:srgbClr val="000000"/>
                </a:solidFill>
                <a:effectLst/>
                <a:uFillTx/>
                <a:latin typeface="Karla" pitchFamily="2" charset="0"/>
              </a:rPr>
              <a:t>by:Group-5</a:t>
            </a:r>
            <a:endParaRPr lang="en-US" sz="1400" b="0" u="none" strike="noStrike" dirty="0">
              <a:solidFill>
                <a:srgbClr val="000000"/>
              </a:solidFill>
              <a:effectLst/>
              <a:uFillTx/>
              <a:latin typeface="Karla" pitchFamily="2" charset="0"/>
            </a:endParaRPr>
          </a:p>
          <a:p>
            <a:pPr algn="ctr">
              <a:lnSpc>
                <a:spcPct val="100000"/>
              </a:lnSpc>
              <a:tabLst>
                <a:tab pos="0" algn="l"/>
              </a:tabLst>
            </a:pPr>
            <a:r>
              <a:rPr lang="en-IN" sz="1400" dirty="0">
                <a:latin typeface="Karla" pitchFamily="2" charset="0"/>
              </a:rPr>
              <a:t>Vasa Naga Lakshmi </a:t>
            </a:r>
            <a:r>
              <a:rPr lang="en-IN" sz="1400" dirty="0" err="1">
                <a:latin typeface="Karla" pitchFamily="2" charset="0"/>
              </a:rPr>
              <a:t>Durgambika</a:t>
            </a:r>
            <a:endParaRPr lang="en-US" sz="1400" b="0" u="none" strike="noStrike" dirty="0">
              <a:solidFill>
                <a:srgbClr val="000000"/>
              </a:solidFill>
              <a:effectLst/>
              <a:uFillTx/>
              <a:latin typeface="Karla" pitchFamily="2" charset="0"/>
            </a:endParaRPr>
          </a:p>
          <a:p>
            <a:pPr algn="ctr">
              <a:lnSpc>
                <a:spcPct val="100000"/>
              </a:lnSpc>
              <a:tabLst>
                <a:tab pos="0" algn="l"/>
              </a:tabLst>
            </a:pPr>
            <a:r>
              <a:rPr lang="en-IN" sz="1400" dirty="0">
                <a:latin typeface="Karla" pitchFamily="2" charset="0"/>
              </a:rPr>
              <a:t>Kunal </a:t>
            </a:r>
            <a:r>
              <a:rPr lang="en-IN" sz="1400" dirty="0" err="1">
                <a:latin typeface="Karla" pitchFamily="2" charset="0"/>
              </a:rPr>
              <a:t>Kakasaheb</a:t>
            </a:r>
            <a:r>
              <a:rPr lang="en-IN" sz="1400" dirty="0">
                <a:latin typeface="Karla" pitchFamily="2" charset="0"/>
              </a:rPr>
              <a:t> </a:t>
            </a:r>
            <a:r>
              <a:rPr lang="en-IN" sz="1400" dirty="0" err="1">
                <a:latin typeface="Karla" pitchFamily="2" charset="0"/>
              </a:rPr>
              <a:t>Korade</a:t>
            </a:r>
            <a:endParaRPr lang="en-IN" sz="1400" dirty="0">
              <a:latin typeface="Karla" pitchFamily="2" charset="0"/>
            </a:endParaRPr>
          </a:p>
          <a:p>
            <a:pPr algn="ctr">
              <a:lnSpc>
                <a:spcPct val="100000"/>
              </a:lnSpc>
              <a:tabLst>
                <a:tab pos="0" algn="l"/>
              </a:tabLst>
            </a:pPr>
            <a:r>
              <a:rPr lang="en-IN" sz="1400" dirty="0">
                <a:latin typeface="Karla" pitchFamily="2" charset="0"/>
              </a:rPr>
              <a:t>Satish Bhagwat </a:t>
            </a:r>
            <a:r>
              <a:rPr lang="en-IN" sz="1400" dirty="0" err="1">
                <a:latin typeface="Karla" pitchFamily="2" charset="0"/>
              </a:rPr>
              <a:t>jagtap</a:t>
            </a:r>
            <a:endParaRPr lang="en-IN" sz="1400" dirty="0">
              <a:latin typeface="Karla" pitchFamily="2" charset="0"/>
            </a:endParaRPr>
          </a:p>
          <a:p>
            <a:pPr algn="ctr">
              <a:lnSpc>
                <a:spcPct val="100000"/>
              </a:lnSpc>
              <a:tabLst>
                <a:tab pos="0" algn="l"/>
              </a:tabLst>
            </a:pPr>
            <a:r>
              <a:rPr lang="en-IN" sz="1400" dirty="0">
                <a:latin typeface="Karla" pitchFamily="2" charset="0"/>
              </a:rPr>
              <a:t>Vangala Santhosh</a:t>
            </a:r>
          </a:p>
          <a:p>
            <a:pPr algn="ctr">
              <a:lnSpc>
                <a:spcPct val="100000"/>
              </a:lnSpc>
              <a:tabLst>
                <a:tab pos="0" algn="l"/>
              </a:tabLst>
            </a:pPr>
            <a:r>
              <a:rPr lang="en-IN" sz="1400" b="0" u="none" strike="noStrike" dirty="0">
                <a:solidFill>
                  <a:srgbClr val="000000"/>
                </a:solidFill>
                <a:effectLst/>
                <a:uFillTx/>
                <a:latin typeface="Karla" pitchFamily="2" charset="0"/>
              </a:rPr>
              <a:t>Aishwarya K</a:t>
            </a:r>
            <a:endParaRPr lang="en-US" sz="1400" b="0" u="none" strike="noStrike" dirty="0">
              <a:solidFill>
                <a:srgbClr val="000000"/>
              </a:solidFill>
              <a:effectLst/>
              <a:uFillTx/>
              <a:latin typeface="Karla" pitchFamily="2"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92483-1A1F-F1CA-BE12-1811E4692EBB}"/>
            </a:ext>
          </a:extLst>
        </p:cNvPr>
        <p:cNvGrpSpPr/>
        <p:nvPr/>
      </p:nvGrpSpPr>
      <p:grpSpPr>
        <a:xfrm>
          <a:off x="0" y="0"/>
          <a:ext cx="0" cy="0"/>
          <a:chOff x="0" y="0"/>
          <a:chExt cx="0" cy="0"/>
        </a:xfrm>
      </p:grpSpPr>
      <p:sp>
        <p:nvSpPr>
          <p:cNvPr id="365" name="Rectangle 364">
            <a:extLst>
              <a:ext uri="{FF2B5EF4-FFF2-40B4-BE49-F238E27FC236}">
                <a16:creationId xmlns:a16="http://schemas.microsoft.com/office/drawing/2014/main" id="{16B2EE42-E889-38CC-FF26-60798748C4E9}"/>
              </a:ext>
            </a:extLst>
          </p:cNvPr>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endParaRPr lang="en-US" sz="2800" b="0" u="none" strike="noStrike" dirty="0">
              <a:solidFill>
                <a:srgbClr val="000000"/>
              </a:solidFill>
              <a:effectLst/>
              <a:uFillTx/>
              <a:latin typeface="OpenSymbol"/>
            </a:endParaRPr>
          </a:p>
        </p:txBody>
      </p:sp>
      <p:sp>
        <p:nvSpPr>
          <p:cNvPr id="366" name="Rectangle 365">
            <a:extLst>
              <a:ext uri="{FF2B5EF4-FFF2-40B4-BE49-F238E27FC236}">
                <a16:creationId xmlns:a16="http://schemas.microsoft.com/office/drawing/2014/main" id="{150DFC90-8301-308C-0C8F-05C8838B1789}"/>
              </a:ext>
            </a:extLst>
          </p:cNvPr>
          <p:cNvSpPr/>
          <p:nvPr/>
        </p:nvSpPr>
        <p:spPr>
          <a:xfrm>
            <a:off x="559693" y="261158"/>
            <a:ext cx="8024253" cy="4621184"/>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32500" lnSpcReduction="20000"/>
          </a:bodyPr>
          <a:lstStyle/>
          <a:p>
            <a:r>
              <a:rPr lang="en-IN" sz="6200" b="1" dirty="0">
                <a:latin typeface="Karla" pitchFamily="2" charset="0"/>
              </a:rPr>
              <a:t>Tools Used:</a:t>
            </a:r>
          </a:p>
          <a:p>
            <a:r>
              <a:rPr lang="en-IN" sz="6200" dirty="0">
                <a:latin typeface="Karla" pitchFamily="2" charset="0"/>
              </a:rPr>
              <a:t>Microsoft Excel – Data cleaning, pivot tables, and dashboard creation</a:t>
            </a:r>
          </a:p>
          <a:p>
            <a:r>
              <a:rPr lang="en-IN" sz="6200" dirty="0">
                <a:latin typeface="Karla" pitchFamily="2" charset="0"/>
              </a:rPr>
              <a:t>Tableau – Interactive data visualization and dashboards</a:t>
            </a:r>
          </a:p>
          <a:p>
            <a:r>
              <a:rPr lang="en-IN" sz="6200" dirty="0">
                <a:latin typeface="Karla" pitchFamily="2" charset="0"/>
              </a:rPr>
              <a:t>Microsoft Power BI – Business intelligence dashboards and KPI visualization</a:t>
            </a:r>
          </a:p>
          <a:p>
            <a:r>
              <a:rPr lang="en-IN" sz="6200" dirty="0">
                <a:latin typeface="Karla" pitchFamily="2" charset="0"/>
              </a:rPr>
              <a:t>MySQL – Database querying and data extraction</a:t>
            </a:r>
            <a:br>
              <a:rPr lang="en-IN" sz="6200" dirty="0">
                <a:latin typeface="Karla" pitchFamily="2" charset="0"/>
              </a:rPr>
            </a:br>
            <a:endParaRPr lang="en-IN" sz="6200" dirty="0">
              <a:latin typeface="Karla" pitchFamily="2" charset="0"/>
            </a:endParaRPr>
          </a:p>
          <a:p>
            <a:r>
              <a:rPr lang="en-IN" sz="6200" b="1" dirty="0">
                <a:latin typeface="Karla" pitchFamily="2" charset="0"/>
              </a:rPr>
              <a:t>Datasets Used:</a:t>
            </a:r>
          </a:p>
          <a:p>
            <a:r>
              <a:rPr lang="en-IN" sz="6200" dirty="0">
                <a:latin typeface="Karla" pitchFamily="2" charset="0"/>
              </a:rPr>
              <a:t>Hospital Management Dataset containing information such as:</a:t>
            </a:r>
          </a:p>
          <a:p>
            <a:r>
              <a:rPr lang="en-IN" sz="6200" dirty="0">
                <a:latin typeface="Karla" pitchFamily="2" charset="0"/>
              </a:rPr>
              <a:t>Patient ID</a:t>
            </a:r>
          </a:p>
          <a:p>
            <a:r>
              <a:rPr lang="en-IN" sz="6200" dirty="0">
                <a:latin typeface="Karla" pitchFamily="2" charset="0"/>
              </a:rPr>
              <a:t>Patient Age &amp; Gender</a:t>
            </a:r>
          </a:p>
          <a:p>
            <a:r>
              <a:rPr lang="en-IN" sz="6200" dirty="0">
                <a:latin typeface="Karla" pitchFamily="2" charset="0"/>
              </a:rPr>
              <a:t>Department</a:t>
            </a:r>
          </a:p>
          <a:p>
            <a:r>
              <a:rPr lang="en-IN" sz="6200" dirty="0">
                <a:latin typeface="Karla" pitchFamily="2" charset="0"/>
              </a:rPr>
              <a:t>Admission Date</a:t>
            </a:r>
          </a:p>
          <a:p>
            <a:r>
              <a:rPr lang="en-IN" sz="6200" dirty="0">
                <a:latin typeface="Karla" pitchFamily="2" charset="0"/>
              </a:rPr>
              <a:t>Discharge Date</a:t>
            </a:r>
          </a:p>
          <a:p>
            <a:r>
              <a:rPr lang="en-IN" sz="6200" dirty="0">
                <a:latin typeface="Karla" pitchFamily="2" charset="0"/>
              </a:rPr>
              <a:t>Treatment Type</a:t>
            </a:r>
          </a:p>
          <a:p>
            <a:r>
              <a:rPr lang="en-IN" sz="6200" dirty="0">
                <a:latin typeface="Karla" pitchFamily="2" charset="0"/>
              </a:rPr>
              <a:t>Billing Amount</a:t>
            </a:r>
          </a:p>
          <a:p>
            <a:r>
              <a:rPr lang="en-IN" sz="6200" dirty="0">
                <a:latin typeface="Karla" pitchFamily="2" charset="0"/>
              </a:rPr>
              <a:t>Doctor Assigned</a:t>
            </a:r>
          </a:p>
          <a:p>
            <a:endParaRPr lang="en-IN" sz="5600" dirty="0">
              <a:latin typeface="Karla" pitchFamily="2" charset="0"/>
            </a:endParaRPr>
          </a:p>
          <a:p>
            <a:pPr defTabSz="914400">
              <a:lnSpc>
                <a:spcPct val="150000"/>
              </a:lnSpc>
              <a:tabLst>
                <a:tab pos="0" algn="l"/>
              </a:tabLst>
            </a:pPr>
            <a:endParaRPr lang="en-US" sz="1200" b="0" u="none" strike="noStrike" dirty="0">
              <a:solidFill>
                <a:srgbClr val="000000"/>
              </a:solidFill>
              <a:effectLst/>
              <a:uFillTx/>
              <a:latin typeface="OpenSymbol"/>
            </a:endParaRPr>
          </a:p>
        </p:txBody>
      </p:sp>
    </p:spTree>
    <p:extLst>
      <p:ext uri="{BB962C8B-B14F-4D97-AF65-F5344CB8AC3E}">
        <p14:creationId xmlns:p14="http://schemas.microsoft.com/office/powerpoint/2010/main" val="26054243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76D1D-1C49-8B14-6031-1D788D244480}"/>
            </a:ext>
          </a:extLst>
        </p:cNvPr>
        <p:cNvGrpSpPr/>
        <p:nvPr/>
      </p:nvGrpSpPr>
      <p:grpSpPr>
        <a:xfrm>
          <a:off x="0" y="0"/>
          <a:ext cx="0" cy="0"/>
          <a:chOff x="0" y="0"/>
          <a:chExt cx="0" cy="0"/>
        </a:xfrm>
      </p:grpSpPr>
      <p:sp>
        <p:nvSpPr>
          <p:cNvPr id="368" name="PlaceHolder 2">
            <a:extLst>
              <a:ext uri="{FF2B5EF4-FFF2-40B4-BE49-F238E27FC236}">
                <a16:creationId xmlns:a16="http://schemas.microsoft.com/office/drawing/2014/main" id="{DF779F5D-C9CB-9813-43BC-D6C601DEEEC2}"/>
              </a:ext>
            </a:extLst>
          </p:cNvPr>
          <p:cNvSpPr>
            <a:spLocks noGrp="1"/>
          </p:cNvSpPr>
          <p:nvPr>
            <p:ph type="subTitle"/>
          </p:nvPr>
        </p:nvSpPr>
        <p:spPr>
          <a:xfrm>
            <a:off x="4183546" y="938742"/>
            <a:ext cx="4689522" cy="3266016"/>
          </a:xfrm>
          <a:prstGeom prst="rect">
            <a:avLst/>
          </a:prstGeom>
          <a:noFill/>
          <a:ln w="0">
            <a:noFill/>
          </a:ln>
        </p:spPr>
        <p:txBody>
          <a:bodyPr lIns="91440" tIns="91440" rIns="91440" bIns="91440" anchor="t">
            <a:normAutofit/>
          </a:bodyPr>
          <a:lstStyle/>
          <a:p>
            <a:br>
              <a:rPr lang="en-US" sz="1600" dirty="0"/>
            </a:br>
            <a:endParaRPr lang="en-US" sz="7200" dirty="0">
              <a:latin typeface="Karla" pitchFamily="2" charset="0"/>
            </a:endParaRPr>
          </a:p>
          <a:p>
            <a:endParaRPr lang="en-US" sz="7200" b="1" dirty="0">
              <a:latin typeface="Karla" pitchFamily="2" charset="0"/>
            </a:endParaRPr>
          </a:p>
        </p:txBody>
      </p:sp>
      <p:sp>
        <p:nvSpPr>
          <p:cNvPr id="3" name="TextBox 2">
            <a:extLst>
              <a:ext uri="{FF2B5EF4-FFF2-40B4-BE49-F238E27FC236}">
                <a16:creationId xmlns:a16="http://schemas.microsoft.com/office/drawing/2014/main" id="{A17A40A2-0E93-7CF8-0CD5-0DFD5C80277C}"/>
              </a:ext>
            </a:extLst>
          </p:cNvPr>
          <p:cNvSpPr txBox="1"/>
          <p:nvPr/>
        </p:nvSpPr>
        <p:spPr>
          <a:xfrm>
            <a:off x="4572000" y="938742"/>
            <a:ext cx="4071938" cy="2862322"/>
          </a:xfrm>
          <a:prstGeom prst="rect">
            <a:avLst/>
          </a:prstGeom>
          <a:noFill/>
        </p:spPr>
        <p:txBody>
          <a:bodyPr wrap="square">
            <a:spAutoFit/>
          </a:bodyPr>
          <a:lstStyle/>
          <a:p>
            <a:r>
              <a:rPr lang="en-IN" sz="2000" b="1" dirty="0">
                <a:latin typeface="Karla" pitchFamily="2" charset="0"/>
              </a:rPr>
              <a:t>Concepts Used:</a:t>
            </a:r>
          </a:p>
          <a:p>
            <a:pPr marL="342900" indent="-342900">
              <a:buFont typeface="Arial" panose="020B0604020202020204" pitchFamily="34" charset="0"/>
              <a:buChar char="•"/>
            </a:pPr>
            <a:r>
              <a:rPr lang="en-IN" sz="2000" dirty="0">
                <a:latin typeface="Karla" pitchFamily="2" charset="0"/>
              </a:rPr>
              <a:t>Data Cleaning</a:t>
            </a:r>
          </a:p>
          <a:p>
            <a:pPr marL="342900" indent="-342900">
              <a:buFont typeface="Arial" panose="020B0604020202020204" pitchFamily="34" charset="0"/>
              <a:buChar char="•"/>
            </a:pPr>
            <a:r>
              <a:rPr lang="en-IN" sz="2000" dirty="0">
                <a:latin typeface="Karla" pitchFamily="2" charset="0"/>
              </a:rPr>
              <a:t>Data Transformation</a:t>
            </a:r>
          </a:p>
          <a:p>
            <a:pPr marL="342900" indent="-342900">
              <a:buFont typeface="Arial" panose="020B0604020202020204" pitchFamily="34" charset="0"/>
              <a:buChar char="•"/>
            </a:pPr>
            <a:r>
              <a:rPr lang="en-IN" sz="2000" dirty="0">
                <a:latin typeface="Karla" pitchFamily="2" charset="0"/>
              </a:rPr>
              <a:t>Pivot Tables</a:t>
            </a:r>
          </a:p>
          <a:p>
            <a:pPr marL="342900" indent="-342900">
              <a:buFont typeface="Arial" panose="020B0604020202020204" pitchFamily="34" charset="0"/>
              <a:buChar char="•"/>
            </a:pPr>
            <a:r>
              <a:rPr lang="en-IN" sz="2000" dirty="0">
                <a:latin typeface="Karla" pitchFamily="2" charset="0"/>
              </a:rPr>
              <a:t>Data Visualization</a:t>
            </a:r>
          </a:p>
          <a:p>
            <a:pPr marL="342900" indent="-342900">
              <a:buFont typeface="Arial" panose="020B0604020202020204" pitchFamily="34" charset="0"/>
              <a:buChar char="•"/>
            </a:pPr>
            <a:r>
              <a:rPr lang="en-IN" sz="2000" dirty="0">
                <a:latin typeface="Karla" pitchFamily="2" charset="0"/>
              </a:rPr>
              <a:t>KPI Analysis</a:t>
            </a:r>
          </a:p>
          <a:p>
            <a:pPr marL="342900" indent="-342900">
              <a:buFont typeface="Arial" panose="020B0604020202020204" pitchFamily="34" charset="0"/>
              <a:buChar char="•"/>
            </a:pPr>
            <a:r>
              <a:rPr lang="en-IN" sz="2000" dirty="0">
                <a:latin typeface="Karla" pitchFamily="2" charset="0"/>
              </a:rPr>
              <a:t>Dashboard Creation</a:t>
            </a:r>
          </a:p>
          <a:p>
            <a:pPr marL="342900" indent="-342900">
              <a:buFont typeface="Arial" panose="020B0604020202020204" pitchFamily="34" charset="0"/>
              <a:buChar char="•"/>
            </a:pPr>
            <a:r>
              <a:rPr lang="en-IN" sz="2000" dirty="0">
                <a:latin typeface="Karla" pitchFamily="2" charset="0"/>
              </a:rPr>
              <a:t>SQL Queries</a:t>
            </a:r>
          </a:p>
          <a:p>
            <a:pPr marL="342900" indent="-342900">
              <a:buFont typeface="Arial" panose="020B0604020202020204" pitchFamily="34" charset="0"/>
              <a:buChar char="•"/>
            </a:pPr>
            <a:r>
              <a:rPr lang="en-IN" sz="2000" dirty="0">
                <a:latin typeface="Karla" pitchFamily="2" charset="0"/>
              </a:rPr>
              <a:t>Trend Analysis</a:t>
            </a:r>
          </a:p>
        </p:txBody>
      </p:sp>
    </p:spTree>
    <p:extLst>
      <p:ext uri="{BB962C8B-B14F-4D97-AF65-F5344CB8AC3E}">
        <p14:creationId xmlns:p14="http://schemas.microsoft.com/office/powerpoint/2010/main" val="79308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PlaceHolder 1"/>
          <p:cNvSpPr>
            <a:spLocks noGrp="1"/>
          </p:cNvSpPr>
          <p:nvPr>
            <p:ph type="subTitle"/>
          </p:nvPr>
        </p:nvSpPr>
        <p:spPr>
          <a:xfrm>
            <a:off x="-97679" y="990980"/>
            <a:ext cx="6248400" cy="3453033"/>
          </a:xfrm>
          <a:prstGeom prst="rect">
            <a:avLst/>
          </a:prstGeom>
          <a:noFill/>
          <a:ln w="0">
            <a:noFill/>
          </a:ln>
        </p:spPr>
        <p:txBody>
          <a:bodyPr lIns="91440" tIns="91440" rIns="91440" bIns="91440" anchor="t">
            <a:noAutofit/>
          </a:bodyPr>
          <a:lstStyle/>
          <a:p>
            <a:pPr marL="457200" indent="-333360" algn="just">
              <a:lnSpc>
                <a:spcPct val="150000"/>
              </a:lnSpc>
              <a:tabLst>
                <a:tab pos="0" algn="l"/>
              </a:tabLst>
            </a:pPr>
            <a:r>
              <a:rPr lang="en-US" sz="1600" dirty="0">
                <a:latin typeface="Karla" pitchFamily="2" charset="0"/>
              </a:rPr>
              <a:t>         This project focuses on analyzing hospital data to understand patient trends, department performance, and overall hospital efficiency. Hospitals use </a:t>
            </a:r>
            <a:r>
              <a:rPr lang="en-US" sz="1600" b="1" dirty="0">
                <a:latin typeface="Karla" pitchFamily="2" charset="0"/>
              </a:rPr>
              <a:t>Electronic Medical Record (EMR)</a:t>
            </a:r>
            <a:r>
              <a:rPr lang="en-US" sz="1600" dirty="0">
                <a:latin typeface="Karla" pitchFamily="2" charset="0"/>
              </a:rPr>
              <a:t> systems to digitally store patient information such as medical history, diagnosis, treatments, and billing records. By analyzing this data, the project aims to identify patterns and generate insights that help improve hospital operations and support better healthcare decision-making.</a:t>
            </a:r>
            <a:endParaRPr lang="en-US" sz="1600" b="0" u="none" strike="noStrike" dirty="0">
              <a:solidFill>
                <a:srgbClr val="000000"/>
              </a:solidFill>
              <a:effectLst/>
              <a:uFillTx/>
              <a:latin typeface="Karla" pitchFamily="2" charset="0"/>
            </a:endParaRPr>
          </a:p>
        </p:txBody>
      </p:sp>
      <p:sp>
        <p:nvSpPr>
          <p:cNvPr id="360" name="PlaceHolder 2"/>
          <p:cNvSpPr>
            <a:spLocks noGrp="1"/>
          </p:cNvSpPr>
          <p:nvPr>
            <p:ph type="title"/>
          </p:nvPr>
        </p:nvSpPr>
        <p:spPr>
          <a:xfrm>
            <a:off x="333240" y="367287"/>
            <a:ext cx="7714800" cy="57132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2600" dirty="0">
                <a:solidFill>
                  <a:schemeClr val="dk1"/>
                </a:solidFill>
                <a:latin typeface="DM Serif Display"/>
              </a:rPr>
              <a:t>Project Overview</a:t>
            </a:r>
            <a:endParaRPr lang="fr-FR" sz="2600" b="0" u="none" strike="noStrike" dirty="0">
              <a:solidFill>
                <a:schemeClr val="dk1"/>
              </a:solidFill>
              <a:effectLst/>
              <a:uFillTx/>
              <a:latin typeface="Arial"/>
            </a:endParaRPr>
          </a:p>
        </p:txBody>
      </p:sp>
      <p:sp>
        <p:nvSpPr>
          <p:cNvPr id="361" name="Google Shape;1215;p96"/>
          <p:cNvSpPr/>
          <p:nvPr/>
        </p:nvSpPr>
        <p:spPr>
          <a:xfrm flipH="1">
            <a:off x="6117480" y="1432440"/>
            <a:ext cx="2959200" cy="2959200"/>
          </a:xfrm>
          <a:prstGeom prst="ellipse">
            <a:avLst/>
          </a:pr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6453BD-9A4C-504F-A8A5-47C4097F886D}"/>
              </a:ext>
            </a:extLst>
          </p:cNvPr>
          <p:cNvSpPr>
            <a:spLocks noGrp="1"/>
          </p:cNvSpPr>
          <p:nvPr>
            <p:ph type="title"/>
          </p:nvPr>
        </p:nvSpPr>
        <p:spPr>
          <a:xfrm>
            <a:off x="1175614" y="1303273"/>
            <a:ext cx="6033450" cy="2974813"/>
          </a:xfrm>
        </p:spPr>
        <p:txBody>
          <a:bodyPr/>
          <a:lstStyle/>
          <a:p>
            <a:r>
              <a:rPr lang="en-IN" sz="2000" dirty="0">
                <a:latin typeface="Karla" pitchFamily="2" charset="0"/>
              </a:rPr>
              <a:t>1.Total Patients : 651</a:t>
            </a:r>
            <a:br>
              <a:rPr lang="en-IN" sz="2000" dirty="0">
                <a:latin typeface="Karla" pitchFamily="2" charset="0"/>
              </a:rPr>
            </a:br>
            <a:r>
              <a:rPr lang="en-IN" sz="2000" dirty="0">
                <a:latin typeface="Karla" pitchFamily="2" charset="0"/>
              </a:rPr>
              <a:t>2.Total Doctors : 1,000</a:t>
            </a:r>
            <a:br>
              <a:rPr lang="en-IN" sz="2000" dirty="0">
                <a:latin typeface="Karla" pitchFamily="2" charset="0"/>
              </a:rPr>
            </a:br>
            <a:r>
              <a:rPr lang="en-IN" sz="2000" dirty="0">
                <a:latin typeface="Karla" pitchFamily="2" charset="0"/>
              </a:rPr>
              <a:t>3.Total Visits : 651</a:t>
            </a:r>
            <a:br>
              <a:rPr lang="en-IN" sz="2000" dirty="0">
                <a:latin typeface="Karla" pitchFamily="2" charset="0"/>
              </a:rPr>
            </a:br>
            <a:r>
              <a:rPr lang="en-IN" sz="2000" dirty="0">
                <a:latin typeface="Karla" pitchFamily="2" charset="0"/>
              </a:rPr>
              <a:t>4.Avg Age of Patients : 47</a:t>
            </a:r>
            <a:br>
              <a:rPr lang="en-IN" sz="2000" dirty="0">
                <a:latin typeface="Karla" pitchFamily="2" charset="0"/>
              </a:rPr>
            </a:br>
            <a:r>
              <a:rPr lang="en-IN" sz="2000" dirty="0">
                <a:latin typeface="Karla" pitchFamily="2" charset="0"/>
              </a:rPr>
              <a:t>5.Top 5 Diagnosis Count : 651</a:t>
            </a:r>
            <a:br>
              <a:rPr lang="en-IN" sz="2000" dirty="0">
                <a:latin typeface="Karla" pitchFamily="2" charset="0"/>
              </a:rPr>
            </a:br>
            <a:r>
              <a:rPr lang="en-IN" sz="2000" dirty="0">
                <a:latin typeface="Karla" pitchFamily="2" charset="0"/>
              </a:rPr>
              <a:t>6.Follow-Up Rate : 46.70%</a:t>
            </a:r>
            <a:br>
              <a:rPr lang="en-IN" sz="2000" dirty="0">
                <a:latin typeface="Karla" pitchFamily="2" charset="0"/>
              </a:rPr>
            </a:br>
            <a:r>
              <a:rPr lang="en-IN" sz="2000" dirty="0">
                <a:latin typeface="Karla" pitchFamily="2" charset="0"/>
              </a:rPr>
              <a:t>7.Treatment Cost Per Visit(</a:t>
            </a:r>
            <a:r>
              <a:rPr lang="en-IN" sz="2000" dirty="0" err="1">
                <a:latin typeface="Karla" pitchFamily="2" charset="0"/>
              </a:rPr>
              <a:t>Avg</a:t>
            </a:r>
            <a:r>
              <a:rPr lang="en-IN" sz="2000" dirty="0">
                <a:latin typeface="Karla" pitchFamily="2" charset="0"/>
              </a:rPr>
              <a:t>) : 523.68</a:t>
            </a:r>
            <a:br>
              <a:rPr lang="en-IN" sz="2000" dirty="0">
                <a:latin typeface="Karla" pitchFamily="2" charset="0"/>
              </a:rPr>
            </a:br>
            <a:r>
              <a:rPr lang="en-IN" sz="2000" dirty="0">
                <a:latin typeface="Karla" pitchFamily="2" charset="0"/>
              </a:rPr>
              <a:t>8.Total Lab Tests Conducted : 651</a:t>
            </a:r>
            <a:br>
              <a:rPr lang="en-IN" sz="2000" dirty="0">
                <a:latin typeface="Karla" pitchFamily="2" charset="0"/>
              </a:rPr>
            </a:br>
            <a:r>
              <a:rPr lang="en-IN" sz="2000" dirty="0">
                <a:latin typeface="Karla" pitchFamily="2" charset="0"/>
              </a:rPr>
              <a:t>9.Percentage of Abnormal Lab Results : 30.41%</a:t>
            </a:r>
            <a:br>
              <a:rPr lang="en-IN" sz="2000" dirty="0">
                <a:latin typeface="Karla" pitchFamily="2" charset="0"/>
              </a:rPr>
            </a:br>
            <a:r>
              <a:rPr lang="en-IN" sz="2000" dirty="0">
                <a:latin typeface="Karla" pitchFamily="2" charset="0"/>
              </a:rPr>
              <a:t>10.Doctor Workload(</a:t>
            </a:r>
            <a:r>
              <a:rPr lang="en-IN" sz="2000" dirty="0" err="1">
                <a:latin typeface="Karla" pitchFamily="2" charset="0"/>
              </a:rPr>
              <a:t>Avg</a:t>
            </a:r>
            <a:r>
              <a:rPr lang="en-IN" sz="2000" dirty="0">
                <a:latin typeface="Karla" pitchFamily="2" charset="0"/>
              </a:rPr>
              <a:t> Patients Per Doctor) : 1</a:t>
            </a:r>
            <a:br>
              <a:rPr lang="en-IN" sz="1600" dirty="0">
                <a:latin typeface="Karla" pitchFamily="2" charset="0"/>
              </a:rPr>
            </a:br>
            <a:endParaRPr lang="en-IN" sz="1600" dirty="0">
              <a:latin typeface="Karla" pitchFamily="2" charset="0"/>
            </a:endParaRPr>
          </a:p>
        </p:txBody>
      </p:sp>
      <p:sp>
        <p:nvSpPr>
          <p:cNvPr id="4" name="Rectangle 3">
            <a:extLst>
              <a:ext uri="{FF2B5EF4-FFF2-40B4-BE49-F238E27FC236}">
                <a16:creationId xmlns:a16="http://schemas.microsoft.com/office/drawing/2014/main" id="{E5DDFCBD-26E6-5F21-50E4-ABFB7C3034AF}"/>
              </a:ext>
            </a:extLst>
          </p:cNvPr>
          <p:cNvSpPr/>
          <p:nvPr/>
        </p:nvSpPr>
        <p:spPr>
          <a:xfrm>
            <a:off x="1175614" y="476280"/>
            <a:ext cx="2563253" cy="446587"/>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defTabSz="914400">
              <a:lnSpc>
                <a:spcPct val="100000"/>
              </a:lnSpc>
              <a:tabLst>
                <a:tab pos="0" algn="l"/>
              </a:tabLst>
            </a:pPr>
            <a:r>
              <a:rPr lang="en-US" sz="2800" dirty="0">
                <a:solidFill>
                  <a:schemeClr val="dk1"/>
                </a:solidFill>
                <a:latin typeface="DM Serif Display"/>
              </a:rPr>
              <a:t>KPI List</a:t>
            </a:r>
            <a:endParaRPr lang="en-US" sz="2800" b="0" u="none" strike="noStrike" dirty="0">
              <a:solidFill>
                <a:srgbClr val="000000"/>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Rectangle 364"/>
          <p:cNvSpPr/>
          <p:nvPr/>
        </p:nvSpPr>
        <p:spPr>
          <a:xfrm>
            <a:off x="840316" y="476460"/>
            <a:ext cx="2563253" cy="446587"/>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pPr defTabSz="914400">
              <a:lnSpc>
                <a:spcPct val="100000"/>
              </a:lnSpc>
              <a:tabLst>
                <a:tab pos="0" algn="l"/>
              </a:tabLst>
            </a:pPr>
            <a:r>
              <a:rPr lang="en-US" sz="2800" dirty="0">
                <a:solidFill>
                  <a:schemeClr val="dk1"/>
                </a:solidFill>
                <a:latin typeface="DM Serif Display"/>
              </a:rPr>
              <a:t>Key Insights</a:t>
            </a:r>
            <a:endParaRPr lang="en-US" sz="2800" b="0" u="none" strike="noStrike" dirty="0">
              <a:solidFill>
                <a:srgbClr val="000000"/>
              </a:solidFill>
              <a:effectLst/>
              <a:uFillTx/>
              <a:latin typeface="OpenSymbol"/>
            </a:endParaRPr>
          </a:p>
        </p:txBody>
      </p:sp>
      <p:sp>
        <p:nvSpPr>
          <p:cNvPr id="366" name="Rectangle 365"/>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endParaRPr lang="en-US" sz="1200" dirty="0"/>
          </a:p>
          <a:p>
            <a:endParaRPr lang="en-US" sz="1200" dirty="0"/>
          </a:p>
          <a:p>
            <a:endParaRPr lang="en-US" sz="1200" dirty="0"/>
          </a:p>
        </p:txBody>
      </p:sp>
      <p:sp>
        <p:nvSpPr>
          <p:cNvPr id="3" name="TextBox 2">
            <a:extLst>
              <a:ext uri="{FF2B5EF4-FFF2-40B4-BE49-F238E27FC236}">
                <a16:creationId xmlns:a16="http://schemas.microsoft.com/office/drawing/2014/main" id="{868D54F5-270E-82A9-556F-4E14A90E6D4D}"/>
              </a:ext>
            </a:extLst>
          </p:cNvPr>
          <p:cNvSpPr txBox="1"/>
          <p:nvPr/>
        </p:nvSpPr>
        <p:spPr>
          <a:xfrm>
            <a:off x="840316" y="1035672"/>
            <a:ext cx="6390217" cy="2862322"/>
          </a:xfrm>
          <a:prstGeom prst="rect">
            <a:avLst/>
          </a:prstGeom>
          <a:noFill/>
        </p:spPr>
        <p:txBody>
          <a:bodyPr wrap="square">
            <a:spAutoFit/>
          </a:bodyPr>
          <a:lstStyle/>
          <a:p>
            <a:r>
              <a:rPr lang="en-US" sz="1800" b="1" dirty="0"/>
              <a:t>Visit Type Distribution :</a:t>
            </a:r>
          </a:p>
          <a:p>
            <a:endParaRPr lang="en-US" sz="1800" b="1" dirty="0"/>
          </a:p>
          <a:p>
            <a:pPr marL="285750" indent="-285750" algn="just">
              <a:buFont typeface="Courier New" panose="02070309020205020404" pitchFamily="49" charset="0"/>
              <a:buChar char="o"/>
            </a:pPr>
            <a:r>
              <a:rPr lang="en-US" sz="1800" dirty="0"/>
              <a:t>Specialist Consultations: 2,559 visits (highest share of hospital visits).</a:t>
            </a:r>
          </a:p>
          <a:p>
            <a:pPr marL="285750" indent="-285750" algn="just">
              <a:buFont typeface="Courier New" panose="02070309020205020404" pitchFamily="49" charset="0"/>
              <a:buChar char="o"/>
            </a:pPr>
            <a:r>
              <a:rPr lang="en-US" sz="1800" dirty="0"/>
              <a:t>Follow-up Visits: 2,521 visits indicating ongoing patient treatment.</a:t>
            </a:r>
          </a:p>
          <a:p>
            <a:pPr marL="285750" indent="-285750" algn="just">
              <a:buFont typeface="Courier New" panose="02070309020205020404" pitchFamily="49" charset="0"/>
              <a:buChar char="o"/>
            </a:pPr>
            <a:r>
              <a:rPr lang="en-US" sz="1800" dirty="0"/>
              <a:t>Routine Checkups: 2,482 visits showing preventive healthcare demand.</a:t>
            </a:r>
          </a:p>
          <a:p>
            <a:pPr marL="285750" indent="-285750" algn="just">
              <a:buFont typeface="Courier New" panose="02070309020205020404" pitchFamily="49" charset="0"/>
              <a:buChar char="o"/>
            </a:pPr>
            <a:r>
              <a:rPr lang="en-US" sz="1800" dirty="0"/>
              <a:t>Emergency Visits: 2,438 visits highlighting urgent care requirements.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PlaceHolder 2"/>
          <p:cNvSpPr>
            <a:spLocks noGrp="1"/>
          </p:cNvSpPr>
          <p:nvPr>
            <p:ph type="subTitle"/>
          </p:nvPr>
        </p:nvSpPr>
        <p:spPr>
          <a:xfrm>
            <a:off x="4183546" y="938742"/>
            <a:ext cx="4689522" cy="3266016"/>
          </a:xfrm>
          <a:prstGeom prst="rect">
            <a:avLst/>
          </a:prstGeom>
          <a:noFill/>
          <a:ln w="0">
            <a:noFill/>
          </a:ln>
        </p:spPr>
        <p:txBody>
          <a:bodyPr lIns="91440" tIns="91440" rIns="91440" bIns="91440" anchor="t">
            <a:normAutofit fontScale="25000" lnSpcReduction="20000"/>
          </a:bodyPr>
          <a:lstStyle/>
          <a:p>
            <a:br>
              <a:rPr lang="en-US" sz="1600" dirty="0"/>
            </a:br>
            <a:endParaRPr lang="en-US" sz="7200" dirty="0">
              <a:latin typeface="Karla" pitchFamily="2" charset="0"/>
            </a:endParaRPr>
          </a:p>
          <a:p>
            <a:r>
              <a:rPr lang="en-US" sz="7200" b="1" dirty="0">
                <a:latin typeface="Karla" pitchFamily="2" charset="0"/>
              </a:rPr>
              <a:t>Visit Status Analysis :</a:t>
            </a:r>
          </a:p>
          <a:p>
            <a:endParaRPr lang="en-US" sz="7200" b="1" dirty="0">
              <a:latin typeface="Karla" pitchFamily="2" charset="0"/>
            </a:endParaRPr>
          </a:p>
          <a:p>
            <a:pPr marL="342900" indent="-342900">
              <a:lnSpc>
                <a:spcPct val="120000"/>
              </a:lnSpc>
              <a:buFont typeface="Courier New" panose="02070309020205020404" pitchFamily="49" charset="0"/>
              <a:buChar char="o"/>
            </a:pPr>
            <a:r>
              <a:rPr lang="en-US" sz="7200" dirty="0">
                <a:latin typeface="Karla" pitchFamily="2" charset="0"/>
              </a:rPr>
              <a:t>Scheduled Visits: 3,390 appointments planned by patients.</a:t>
            </a:r>
          </a:p>
          <a:p>
            <a:pPr marL="342900" indent="-342900">
              <a:lnSpc>
                <a:spcPct val="120000"/>
              </a:lnSpc>
              <a:buFont typeface="Courier New" panose="02070309020205020404" pitchFamily="49" charset="0"/>
              <a:buChar char="o"/>
            </a:pPr>
            <a:r>
              <a:rPr lang="en-US" sz="7200" dirty="0">
                <a:latin typeface="Karla" pitchFamily="2" charset="0"/>
              </a:rPr>
              <a:t>Cancelled Visits: 3,344 appointments were cancelled.</a:t>
            </a:r>
          </a:p>
          <a:p>
            <a:pPr marL="342900" indent="-342900">
              <a:lnSpc>
                <a:spcPct val="120000"/>
              </a:lnSpc>
              <a:buFont typeface="Courier New" panose="02070309020205020404" pitchFamily="49" charset="0"/>
              <a:buChar char="o"/>
            </a:pPr>
            <a:r>
              <a:rPr lang="en-US" sz="7200" dirty="0">
                <a:latin typeface="Karla" pitchFamily="2" charset="0"/>
              </a:rPr>
              <a:t>Completed Visits: 3,266 visits successfully attended by patients.</a:t>
            </a:r>
          </a:p>
          <a:p>
            <a:pPr marL="342900" indent="-342900">
              <a:lnSpc>
                <a:spcPct val="120000"/>
              </a:lnSpc>
              <a:buFont typeface="Courier New" panose="02070309020205020404" pitchFamily="49" charset="0"/>
              <a:buChar char="o"/>
            </a:pPr>
            <a:r>
              <a:rPr lang="en-US" sz="7200" dirty="0">
                <a:latin typeface="Karla" pitchFamily="2" charset="0"/>
              </a:rPr>
              <a:t>The close numbers suggest hospitals must improve appointment management systems.</a:t>
            </a:r>
            <a:br>
              <a:rPr lang="en-US" sz="7200" dirty="0">
                <a:latin typeface="Karla" pitchFamily="2" charset="0"/>
              </a:rPr>
            </a:br>
            <a:endParaRPr lang="en-US" sz="7200" dirty="0">
              <a:latin typeface="Karla" pitchFamily="2" charset="0"/>
            </a:endParaRPr>
          </a:p>
          <a:p>
            <a:pPr indent="0" algn="r">
              <a:lnSpc>
                <a:spcPct val="150000"/>
              </a:lnSpc>
              <a:buNone/>
              <a:tabLst>
                <a:tab pos="0" algn="l"/>
              </a:tabLst>
            </a:pPr>
            <a:endParaRPr lang="en-US" sz="1600" b="0" u="none" strike="noStrike" dirty="0">
              <a:solidFill>
                <a:srgbClr val="000000"/>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Rectangle 369"/>
          <p:cNvSpPr/>
          <p:nvPr/>
        </p:nvSpPr>
        <p:spPr>
          <a:xfrm>
            <a:off x="4684213" y="965318"/>
            <a:ext cx="3528454" cy="3056347"/>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92500" lnSpcReduction="20000"/>
          </a:bodyPr>
          <a:lstStyle/>
          <a:p>
            <a:r>
              <a:rPr lang="en-US" sz="1900" b="1" dirty="0">
                <a:latin typeface="Karla" pitchFamily="2" charset="0"/>
              </a:rPr>
              <a:t>Diagnosis Pattern Analysis</a:t>
            </a:r>
          </a:p>
          <a:p>
            <a:endParaRPr lang="en-US" sz="2000" b="1" dirty="0"/>
          </a:p>
          <a:p>
            <a:pPr marL="342900" indent="-342900">
              <a:buFont typeface="Courier New" panose="02070309020205020404" pitchFamily="49" charset="0"/>
              <a:buChar char="o"/>
            </a:pPr>
            <a:r>
              <a:rPr lang="en-US" sz="1900" dirty="0"/>
              <a:t>Migraine: 2,039 patient cases.</a:t>
            </a:r>
          </a:p>
          <a:p>
            <a:pPr marL="342900" indent="-342900">
              <a:buFont typeface="Courier New" panose="02070309020205020404" pitchFamily="49" charset="0"/>
              <a:buChar char="o"/>
            </a:pPr>
            <a:r>
              <a:rPr lang="en-US" sz="1900" dirty="0"/>
              <a:t>Hypertension: 2,011 cases showing chronic disease prevalence.</a:t>
            </a:r>
          </a:p>
          <a:p>
            <a:pPr marL="342900" indent="-342900">
              <a:buFont typeface="Courier New" panose="02070309020205020404" pitchFamily="49" charset="0"/>
              <a:buChar char="o"/>
            </a:pPr>
            <a:r>
              <a:rPr lang="en-US" sz="1900" dirty="0"/>
              <a:t>Asthma: 2,009 diagnosed patients.</a:t>
            </a:r>
          </a:p>
          <a:p>
            <a:pPr marL="342900" indent="-342900">
              <a:buFont typeface="Courier New" panose="02070309020205020404" pitchFamily="49" charset="0"/>
              <a:buChar char="o"/>
            </a:pPr>
            <a:r>
              <a:rPr lang="en-US" sz="1900" dirty="0"/>
              <a:t>Diabetes: 1,960 patients requiring long-term treatment.</a:t>
            </a:r>
          </a:p>
          <a:p>
            <a:pPr defTabSz="914400">
              <a:lnSpc>
                <a:spcPct val="150000"/>
              </a:lnSpc>
              <a:tabLst>
                <a:tab pos="0" algn="l"/>
              </a:tabLst>
            </a:pPr>
            <a:endParaRPr lang="en-US" sz="1200" b="0" u="none" strike="noStrike" dirty="0">
              <a:solidFill>
                <a:srgbClr val="000000"/>
              </a:solidFill>
              <a:effectLst/>
              <a:uFillTx/>
              <a:latin typeface="OpenSymbol"/>
            </a:endParaRPr>
          </a:p>
        </p:txBody>
      </p:sp>
      <p:pic>
        <p:nvPicPr>
          <p:cNvPr id="371" name="image69abcf03a6ef4" descr="image69abcf03a6ef9"/>
          <p:cNvPicPr/>
          <p:nvPr/>
        </p:nvPicPr>
        <p:blipFill>
          <a:blip r:embed="rId2"/>
          <a:stretch/>
        </p:blipFill>
        <p:spPr>
          <a:xfrm>
            <a:off x="0" y="0"/>
            <a:ext cx="4571640" cy="5143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Rectangle 372"/>
          <p:cNvSpPr/>
          <p:nvPr/>
        </p:nvSpPr>
        <p:spPr>
          <a:xfrm>
            <a:off x="787730" y="196937"/>
            <a:ext cx="6974388" cy="4345429"/>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25000" lnSpcReduction="20000"/>
          </a:bodyPr>
          <a:lstStyle/>
          <a:p>
            <a:r>
              <a:rPr lang="en-US" sz="7200" b="1" dirty="0">
                <a:latin typeface="Karla" pitchFamily="2" charset="0"/>
              </a:rPr>
              <a:t>Follow-Up Requirement Insights:</a:t>
            </a:r>
          </a:p>
          <a:p>
            <a:pPr marL="857250" indent="-857250">
              <a:buFont typeface="Courier New" panose="02070309020205020404" pitchFamily="49" charset="0"/>
              <a:buChar char="o"/>
            </a:pPr>
            <a:endParaRPr lang="en-US" sz="6400" b="1" dirty="0"/>
          </a:p>
          <a:p>
            <a:pPr marL="857250" indent="-857250">
              <a:buFont typeface="Courier New" panose="02070309020205020404" pitchFamily="49" charset="0"/>
              <a:buChar char="o"/>
            </a:pPr>
            <a:r>
              <a:rPr lang="en-US" sz="7200" dirty="0">
                <a:latin typeface="Karla" pitchFamily="2" charset="0"/>
              </a:rPr>
              <a:t>Follow-up Required: 4,984 patient visits.</a:t>
            </a:r>
          </a:p>
          <a:p>
            <a:pPr marL="857250" indent="-857250">
              <a:buFont typeface="Courier New" panose="02070309020205020404" pitchFamily="49" charset="0"/>
              <a:buChar char="o"/>
            </a:pPr>
            <a:r>
              <a:rPr lang="en-US" sz="7200" dirty="0">
                <a:latin typeface="Karla" pitchFamily="2" charset="0"/>
              </a:rPr>
              <a:t>No Follow-up Needed: 5,016 visits.</a:t>
            </a:r>
          </a:p>
          <a:p>
            <a:pPr marL="857250" indent="-857250">
              <a:buFont typeface="Courier New" panose="02070309020205020404" pitchFamily="49" charset="0"/>
              <a:buChar char="o"/>
            </a:pPr>
            <a:r>
              <a:rPr lang="en-US" sz="7200" dirty="0">
                <a:latin typeface="Karla" pitchFamily="2" charset="0"/>
              </a:rPr>
              <a:t>Almost 50% of patients require follow-up consultations.</a:t>
            </a:r>
          </a:p>
          <a:p>
            <a:endParaRPr lang="en-US" sz="7200" dirty="0">
              <a:latin typeface="Karla" pitchFamily="2" charset="0"/>
            </a:endParaRPr>
          </a:p>
          <a:p>
            <a:r>
              <a:rPr lang="en-US" sz="7200" dirty="0">
                <a:latin typeface="Karla" pitchFamily="2" charset="0"/>
              </a:rPr>
              <a:t>This indicates the importance of continuous patient monitoring and treatment management.</a:t>
            </a:r>
          </a:p>
          <a:p>
            <a:endParaRPr lang="en-US" sz="4900" dirty="0"/>
          </a:p>
          <a:p>
            <a:r>
              <a:rPr lang="en-US" sz="7200" b="1" dirty="0">
                <a:latin typeface="Karla" pitchFamily="2" charset="0"/>
              </a:rPr>
              <a:t>Patient Visit Reason Analysis:</a:t>
            </a:r>
          </a:p>
          <a:p>
            <a:endParaRPr lang="en-US" sz="6400" b="1" dirty="0"/>
          </a:p>
          <a:p>
            <a:pPr marL="857250" indent="-857250">
              <a:buFont typeface="Courier New" panose="02070309020205020404" pitchFamily="49" charset="0"/>
              <a:buChar char="o"/>
            </a:pPr>
            <a:r>
              <a:rPr lang="en-US" sz="7200" dirty="0">
                <a:latin typeface="Karla" pitchFamily="2" charset="0"/>
              </a:rPr>
              <a:t>Flu Symptoms: around 2,020 patient visits, making it one of the most common reasons for hospital consultation.</a:t>
            </a:r>
          </a:p>
          <a:p>
            <a:pPr marL="857250" indent="-857250">
              <a:buFont typeface="Courier New" panose="02070309020205020404" pitchFamily="49" charset="0"/>
              <a:buChar char="o"/>
            </a:pPr>
            <a:r>
              <a:rPr lang="en-US" sz="7200" dirty="0">
                <a:latin typeface="Karla" pitchFamily="2" charset="0"/>
              </a:rPr>
              <a:t>Routine Health Checkups: approximately 2,010 visits, indicating growing awareness of preventive healthcare.</a:t>
            </a:r>
          </a:p>
          <a:p>
            <a:pPr marL="857250" indent="-857250">
              <a:buFont typeface="Courier New" panose="02070309020205020404" pitchFamily="49" charset="0"/>
              <a:buChar char="o"/>
            </a:pPr>
            <a:r>
              <a:rPr lang="en-US" sz="7200" dirty="0">
                <a:latin typeface="Karla" pitchFamily="2" charset="0"/>
              </a:rPr>
              <a:t>Chronic Disease Monitoring: many visits are related to conditions like diabetes and hypertension.</a:t>
            </a:r>
          </a:p>
          <a:p>
            <a:endParaRPr lang="en-US" sz="7200" dirty="0">
              <a:latin typeface="Karla" pitchFamily="2" charset="0"/>
            </a:endParaRPr>
          </a:p>
          <a:p>
            <a:r>
              <a:rPr lang="en-US" sz="7200" dirty="0">
                <a:latin typeface="Karla" pitchFamily="2" charset="0"/>
              </a:rPr>
              <a:t>The analysis shows hospitals handle both acute illnesses and long-term disease management.</a:t>
            </a:r>
          </a:p>
          <a:p>
            <a:endParaRPr lang="en-US" sz="1700" dirty="0"/>
          </a:p>
          <a:p>
            <a:endParaRPr lang="en-US" sz="4000" dirty="0"/>
          </a:p>
          <a:p>
            <a:endParaRPr lang="en-US" sz="4000" dirty="0"/>
          </a:p>
          <a:p>
            <a:endParaRPr lang="en-US" sz="4000" dirty="0"/>
          </a:p>
          <a:p>
            <a:pPr defTabSz="914400">
              <a:lnSpc>
                <a:spcPct val="100000"/>
              </a:lnSpc>
              <a:tabLst>
                <a:tab pos="0" algn="l"/>
              </a:tabLst>
            </a:pPr>
            <a:endParaRPr lang="en-US" sz="4000" b="0" u="none" strike="noStrike" dirty="0">
              <a:solidFill>
                <a:srgbClr val="000000"/>
              </a:solidFill>
              <a:effectLst/>
              <a:uFillTx/>
              <a:latin typeface="OpenSymbol"/>
            </a:endParaRPr>
          </a:p>
          <a:p>
            <a:pPr defTabSz="914400">
              <a:lnSpc>
                <a:spcPct val="100000"/>
              </a:lnSpc>
              <a:tabLst>
                <a:tab pos="0" algn="l"/>
              </a:tabLst>
            </a:pPr>
            <a:endParaRPr lang="en-US" sz="4000" dirty="0">
              <a:solidFill>
                <a:srgbClr val="000000"/>
              </a:solidFill>
              <a:latin typeface="OpenSymbol"/>
            </a:endParaRPr>
          </a:p>
          <a:p>
            <a:pPr defTabSz="914400">
              <a:lnSpc>
                <a:spcPct val="100000"/>
              </a:lnSpc>
              <a:tabLst>
                <a:tab pos="0" algn="l"/>
              </a:tabLst>
            </a:pPr>
            <a:endParaRPr lang="en-US" sz="4000" b="0" u="none" strike="noStrike" dirty="0">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PlaceHolder 2">
            <a:extLst>
              <a:ext uri="{FF2B5EF4-FFF2-40B4-BE49-F238E27FC236}">
                <a16:creationId xmlns:a16="http://schemas.microsoft.com/office/drawing/2014/main" id="{87F6A723-4AB2-11E7-51F6-2D725D788A0F}"/>
              </a:ext>
            </a:extLst>
          </p:cNvPr>
          <p:cNvSpPr>
            <a:spLocks noGrp="1"/>
          </p:cNvSpPr>
          <p:nvPr>
            <p:ph type="title"/>
          </p:nvPr>
        </p:nvSpPr>
        <p:spPr>
          <a:xfrm>
            <a:off x="-2579294" y="-435854"/>
            <a:ext cx="771480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fr-FR" sz="2800" b="0" u="none" strike="noStrike" dirty="0">
                <a:solidFill>
                  <a:schemeClr val="tx2"/>
                </a:solidFill>
                <a:effectLst/>
                <a:uFillTx/>
                <a:latin typeface="Arial"/>
              </a:rPr>
              <a:t>Excel Dashboard :</a:t>
            </a:r>
          </a:p>
        </p:txBody>
      </p:sp>
      <p:pic>
        <p:nvPicPr>
          <p:cNvPr id="3" name="Picture 2">
            <a:extLst>
              <a:ext uri="{FF2B5EF4-FFF2-40B4-BE49-F238E27FC236}">
                <a16:creationId xmlns:a16="http://schemas.microsoft.com/office/drawing/2014/main" id="{A02EB28D-FAF7-95DE-C401-182184C07E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PlaceHolder 2"/>
          <p:cNvSpPr>
            <a:spLocks noGrp="1"/>
          </p:cNvSpPr>
          <p:nvPr>
            <p:ph type="title"/>
          </p:nvPr>
        </p:nvSpPr>
        <p:spPr>
          <a:xfrm>
            <a:off x="-2534484" y="-460829"/>
            <a:ext cx="771480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fr-FR" sz="2800" b="0" u="none" strike="noStrike" dirty="0">
                <a:solidFill>
                  <a:schemeClr val="bg1"/>
                </a:solidFill>
                <a:effectLst/>
                <a:uFillTx/>
                <a:latin typeface="Arial"/>
              </a:rPr>
              <a:t>Tableau Dashboard</a:t>
            </a:r>
          </a:p>
        </p:txBody>
      </p:sp>
      <p:pic>
        <p:nvPicPr>
          <p:cNvPr id="5" name="Picture 4">
            <a:extLst>
              <a:ext uri="{FF2B5EF4-FFF2-40B4-BE49-F238E27FC236}">
                <a16:creationId xmlns:a16="http://schemas.microsoft.com/office/drawing/2014/main" id="{A1B51808-19FC-833F-AE79-B9068127EB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6A4BDD5-4C96-8B43-B003-609CC24743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283420" cy="5143500"/>
          </a:xfrm>
          <a:prstGeom prst="rect">
            <a:avLst/>
          </a:prstGeom>
        </p:spPr>
      </p:pic>
    </p:spTree>
    <p:extLst>
      <p:ext uri="{BB962C8B-B14F-4D97-AF65-F5344CB8AC3E}">
        <p14:creationId xmlns:p14="http://schemas.microsoft.com/office/powerpoint/2010/main" val="1371290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6B929-47BA-BC8A-A19C-8F867EAC24B9}"/>
            </a:ext>
          </a:extLst>
        </p:cNvPr>
        <p:cNvGrpSpPr/>
        <p:nvPr/>
      </p:nvGrpSpPr>
      <p:grpSpPr>
        <a:xfrm>
          <a:off x="0" y="0"/>
          <a:ext cx="0" cy="0"/>
          <a:chOff x="0" y="0"/>
          <a:chExt cx="0" cy="0"/>
        </a:xfrm>
      </p:grpSpPr>
      <p:sp>
        <p:nvSpPr>
          <p:cNvPr id="383" name="PlaceHolder 2">
            <a:extLst>
              <a:ext uri="{FF2B5EF4-FFF2-40B4-BE49-F238E27FC236}">
                <a16:creationId xmlns:a16="http://schemas.microsoft.com/office/drawing/2014/main" id="{EC39AE2C-01E4-A812-39E3-3D3FFEB0C29A}"/>
              </a:ext>
            </a:extLst>
          </p:cNvPr>
          <p:cNvSpPr>
            <a:spLocks noGrp="1"/>
          </p:cNvSpPr>
          <p:nvPr>
            <p:ph type="title"/>
          </p:nvPr>
        </p:nvSpPr>
        <p:spPr>
          <a:xfrm>
            <a:off x="-1180796" y="-478187"/>
            <a:ext cx="5408254"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fr-FR" sz="2800" dirty="0">
                <a:solidFill>
                  <a:schemeClr val="tx2"/>
                </a:solidFill>
                <a:latin typeface="Arial"/>
              </a:rPr>
              <a:t>Power BI</a:t>
            </a:r>
            <a:r>
              <a:rPr lang="fr-FR" sz="2800" b="0" u="none" strike="noStrike" dirty="0">
                <a:solidFill>
                  <a:schemeClr val="tx2"/>
                </a:solidFill>
                <a:effectLst/>
                <a:uFillTx/>
                <a:latin typeface="Arial"/>
              </a:rPr>
              <a:t> Dashboard :</a:t>
            </a:r>
          </a:p>
        </p:txBody>
      </p:sp>
      <p:pic>
        <p:nvPicPr>
          <p:cNvPr id="3" name="Picture 2">
            <a:extLst>
              <a:ext uri="{FF2B5EF4-FFF2-40B4-BE49-F238E27FC236}">
                <a16:creationId xmlns:a16="http://schemas.microsoft.com/office/drawing/2014/main" id="{2310E8AC-E7E2-0FBF-E06D-0C471BA6CC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25" y="0"/>
            <a:ext cx="9181325" cy="5143499"/>
          </a:xfrm>
          <a:prstGeom prst="rect">
            <a:avLst/>
          </a:prstGeom>
        </p:spPr>
      </p:pic>
    </p:spTree>
    <p:extLst>
      <p:ext uri="{BB962C8B-B14F-4D97-AF65-F5344CB8AC3E}">
        <p14:creationId xmlns:p14="http://schemas.microsoft.com/office/powerpoint/2010/main" val="3473153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2">
            <a:extLst>
              <a:ext uri="{FF2B5EF4-FFF2-40B4-BE49-F238E27FC236}">
                <a16:creationId xmlns:a16="http://schemas.microsoft.com/office/drawing/2014/main" id="{7EE456F5-1700-58EF-3E0F-9F9594B6F3F0}"/>
              </a:ext>
            </a:extLst>
          </p:cNvPr>
          <p:cNvSpPr>
            <a:spLocks noGrp="1"/>
          </p:cNvSpPr>
          <p:nvPr>
            <p:ph type="title"/>
          </p:nvPr>
        </p:nvSpPr>
        <p:spPr>
          <a:xfrm>
            <a:off x="714239" y="93844"/>
            <a:ext cx="7714800" cy="571320"/>
          </a:xfrm>
          <a:prstGeom prst="rect">
            <a:avLst/>
          </a:prstGeom>
          <a:noFill/>
          <a:ln w="0">
            <a:noFill/>
          </a:ln>
        </p:spPr>
        <p:txBody>
          <a:bodyPr lIns="91440" tIns="91440" rIns="91440" bIns="91440" anchor="t">
            <a:normAutofit fontScale="90000"/>
          </a:bodyPr>
          <a:lstStyle/>
          <a:p>
            <a:pPr indent="0" algn="ctr">
              <a:lnSpc>
                <a:spcPct val="100000"/>
              </a:lnSpc>
              <a:buNone/>
              <a:tabLst>
                <a:tab pos="0" algn="l"/>
              </a:tabLst>
            </a:pPr>
            <a:r>
              <a:rPr lang="fr-FR" sz="2800" b="0" u="none" strike="noStrike" dirty="0">
                <a:solidFill>
                  <a:schemeClr val="dk1"/>
                </a:solidFill>
                <a:effectLst/>
                <a:uFillTx/>
                <a:latin typeface="Arial"/>
              </a:rPr>
              <a:t>SQL </a:t>
            </a:r>
            <a:r>
              <a:rPr lang="fr-FR" sz="2800" b="0" u="none" strike="noStrike" dirty="0" err="1">
                <a:solidFill>
                  <a:schemeClr val="dk1"/>
                </a:solidFill>
                <a:effectLst/>
                <a:uFillTx/>
                <a:latin typeface="Arial"/>
              </a:rPr>
              <a:t>Queries</a:t>
            </a:r>
            <a:endParaRPr lang="fr-FR" sz="2800" b="0" u="none" strike="noStrike" dirty="0">
              <a:solidFill>
                <a:schemeClr val="dk1"/>
              </a:solidFill>
              <a:effectLst/>
              <a:uFillTx/>
              <a:latin typeface="Arial"/>
            </a:endParaRPr>
          </a:p>
        </p:txBody>
      </p:sp>
      <p:sp>
        <p:nvSpPr>
          <p:cNvPr id="4" name="TextBox 3">
            <a:extLst>
              <a:ext uri="{FF2B5EF4-FFF2-40B4-BE49-F238E27FC236}">
                <a16:creationId xmlns:a16="http://schemas.microsoft.com/office/drawing/2014/main" id="{8D7DEA76-2F5A-B429-8AF1-6C10002E8E77}"/>
              </a:ext>
            </a:extLst>
          </p:cNvPr>
          <p:cNvSpPr txBox="1"/>
          <p:nvPr/>
        </p:nvSpPr>
        <p:spPr>
          <a:xfrm>
            <a:off x="809654" y="579664"/>
            <a:ext cx="7958790" cy="4055818"/>
          </a:xfrm>
          <a:prstGeom prst="rect">
            <a:avLst/>
          </a:prstGeom>
          <a:noFill/>
        </p:spPr>
        <p:txBody>
          <a:bodyPr wrap="square">
            <a:spAutoFit/>
          </a:bodyPr>
          <a:lstStyle/>
          <a:p>
            <a:r>
              <a:rPr lang="en-IN" sz="1200" b="1" dirty="0"/>
              <a:t>Total Patients, Doctors, and Visits</a:t>
            </a:r>
          </a:p>
          <a:p>
            <a:r>
              <a:rPr lang="en-IN" sz="1200" dirty="0"/>
              <a:t>SELECT COUNT(DISTINCT </a:t>
            </a:r>
            <a:r>
              <a:rPr lang="en-IN" sz="1200" dirty="0" err="1"/>
              <a:t>Patient_ID</a:t>
            </a:r>
            <a:r>
              <a:rPr lang="en-IN" sz="1200" dirty="0"/>
              <a:t>) AS </a:t>
            </a:r>
            <a:r>
              <a:rPr lang="en-IN" sz="1200" dirty="0" err="1"/>
              <a:t>Total_Patients</a:t>
            </a:r>
            <a:r>
              <a:rPr lang="en-IN" sz="1200" dirty="0"/>
              <a:t> FROM patient;</a:t>
            </a:r>
          </a:p>
          <a:p>
            <a:r>
              <a:rPr lang="en-IN" sz="1200" dirty="0"/>
              <a:t>SELECT COUNT(DISTINCT </a:t>
            </a:r>
            <a:r>
              <a:rPr lang="en-IN" sz="1200" dirty="0" err="1"/>
              <a:t>Doctor_ID</a:t>
            </a:r>
            <a:r>
              <a:rPr lang="en-IN" sz="1200" dirty="0"/>
              <a:t>) AS </a:t>
            </a:r>
            <a:r>
              <a:rPr lang="en-IN" sz="1200" dirty="0" err="1"/>
              <a:t>Total_Doctors</a:t>
            </a:r>
            <a:r>
              <a:rPr lang="en-IN" sz="1200" dirty="0"/>
              <a:t> FROM doctor;</a:t>
            </a:r>
          </a:p>
          <a:p>
            <a:r>
              <a:rPr lang="en-IN" sz="1200" dirty="0"/>
              <a:t>SELECT COUNT(DISTINCT </a:t>
            </a:r>
            <a:r>
              <a:rPr lang="en-IN" sz="1200" dirty="0" err="1"/>
              <a:t>Visit_ID</a:t>
            </a:r>
            <a:r>
              <a:rPr lang="en-IN" sz="1200" dirty="0"/>
              <a:t>) AS </a:t>
            </a:r>
            <a:r>
              <a:rPr lang="en-IN" sz="1200" dirty="0" err="1"/>
              <a:t>Total_Visits</a:t>
            </a:r>
            <a:r>
              <a:rPr lang="en-IN" sz="1200" dirty="0"/>
              <a:t> FROM visit;</a:t>
            </a:r>
          </a:p>
          <a:p>
            <a:endParaRPr lang="en-IN" sz="1200" dirty="0"/>
          </a:p>
          <a:p>
            <a:r>
              <a:rPr lang="en-IN" sz="1200" b="1" dirty="0"/>
              <a:t>Top Diagnosed Conditions</a:t>
            </a:r>
          </a:p>
          <a:p>
            <a:r>
              <a:rPr lang="en-IN" sz="1200" dirty="0"/>
              <a:t>SELECT Diagnosis, COUNT(*) AS </a:t>
            </a:r>
            <a:r>
              <a:rPr lang="en-IN" sz="1200" dirty="0" err="1"/>
              <a:t>Total_Cases</a:t>
            </a:r>
            <a:endParaRPr lang="en-IN" sz="1200" dirty="0"/>
          </a:p>
          <a:p>
            <a:r>
              <a:rPr lang="en-IN" sz="1200" dirty="0"/>
              <a:t>FROM visit</a:t>
            </a:r>
          </a:p>
          <a:p>
            <a:r>
              <a:rPr lang="en-IN" sz="1200" dirty="0"/>
              <a:t>GROUP BY Diagnosis</a:t>
            </a:r>
          </a:p>
          <a:p>
            <a:r>
              <a:rPr lang="en-IN" sz="1200" dirty="0"/>
              <a:t>ORDER BY </a:t>
            </a:r>
            <a:r>
              <a:rPr lang="en-IN" sz="1200" dirty="0" err="1"/>
              <a:t>Total_Cases</a:t>
            </a:r>
            <a:r>
              <a:rPr lang="en-IN" sz="1200" dirty="0"/>
              <a:t> DESC</a:t>
            </a:r>
          </a:p>
          <a:p>
            <a:r>
              <a:rPr lang="en-IN" sz="1200" dirty="0"/>
              <a:t>LIMIT 5;</a:t>
            </a:r>
          </a:p>
          <a:p>
            <a:endParaRPr lang="en-IN" sz="1200" dirty="0"/>
          </a:p>
          <a:p>
            <a:r>
              <a:rPr lang="en-IN" sz="1200" b="1" dirty="0"/>
              <a:t>Follow-Up Rate</a:t>
            </a:r>
          </a:p>
          <a:p>
            <a:r>
              <a:rPr lang="en-IN" sz="1200" dirty="0"/>
              <a:t>SELECT ROUND(SUM(CASE WHEN </a:t>
            </a:r>
            <a:r>
              <a:rPr lang="en-IN" sz="1200" dirty="0" err="1"/>
              <a:t>Follow_Up_Required</a:t>
            </a:r>
            <a:r>
              <a:rPr lang="en-IN" sz="1200" dirty="0"/>
              <a:t> = 'Yes' THEN 1 ELSE 0 END) * 100.0 / COUNT(*), 2)</a:t>
            </a:r>
          </a:p>
          <a:p>
            <a:r>
              <a:rPr lang="en-IN" sz="1200" dirty="0"/>
              <a:t> AS </a:t>
            </a:r>
            <a:r>
              <a:rPr lang="en-IN" sz="1200" dirty="0" err="1"/>
              <a:t>Follow_Up_Rate</a:t>
            </a:r>
            <a:endParaRPr lang="en-IN" sz="1200" dirty="0"/>
          </a:p>
          <a:p>
            <a:r>
              <a:rPr lang="en-IN" sz="1200" dirty="0"/>
              <a:t>FROM visit;</a:t>
            </a:r>
          </a:p>
          <a:p>
            <a:endParaRPr lang="en-IN" sz="1200" dirty="0"/>
          </a:p>
          <a:p>
            <a:r>
              <a:rPr lang="en-IN" sz="1200" b="1" dirty="0"/>
              <a:t>Doctor Workload (Average Patients per Doctor)</a:t>
            </a:r>
          </a:p>
          <a:p>
            <a:r>
              <a:rPr lang="en-IN" sz="1200" dirty="0"/>
              <a:t>SELECT ROUND(</a:t>
            </a:r>
          </a:p>
          <a:p>
            <a:r>
              <a:rPr lang="en-IN" sz="1200" dirty="0"/>
              <a:t>(SELECT COUNT(*) FROM visit) * 1.0 /</a:t>
            </a:r>
          </a:p>
          <a:p>
            <a:r>
              <a:rPr lang="en-IN" sz="1200" dirty="0"/>
              <a:t>(SELECT COUNT(*) FROM doctor),2) AS </a:t>
            </a:r>
            <a:r>
              <a:rPr lang="en-IN" sz="1200" dirty="0" err="1"/>
              <a:t>Avg_Patients_Per_Doctor</a:t>
            </a:r>
            <a:r>
              <a:rPr lang="en-IN" sz="1200" dirty="0"/>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7FC17-C6D9-76EA-70AF-C6E43D77431A}"/>
            </a:ext>
          </a:extLst>
        </p:cNvPr>
        <p:cNvGrpSpPr/>
        <p:nvPr/>
      </p:nvGrpSpPr>
      <p:grpSpPr>
        <a:xfrm>
          <a:off x="0" y="0"/>
          <a:ext cx="0" cy="0"/>
          <a:chOff x="0" y="0"/>
          <a:chExt cx="0" cy="0"/>
        </a:xfrm>
      </p:grpSpPr>
      <p:sp>
        <p:nvSpPr>
          <p:cNvPr id="2" name="PlaceHolder 2">
            <a:extLst>
              <a:ext uri="{FF2B5EF4-FFF2-40B4-BE49-F238E27FC236}">
                <a16:creationId xmlns:a16="http://schemas.microsoft.com/office/drawing/2014/main" id="{907EEC10-DBF5-3281-F166-D23BC5406A10}"/>
              </a:ext>
            </a:extLst>
          </p:cNvPr>
          <p:cNvSpPr>
            <a:spLocks noGrp="1"/>
          </p:cNvSpPr>
          <p:nvPr>
            <p:ph type="title"/>
          </p:nvPr>
        </p:nvSpPr>
        <p:spPr>
          <a:xfrm>
            <a:off x="616269" y="159158"/>
            <a:ext cx="7866424" cy="4412841"/>
          </a:xfrm>
          <a:prstGeom prst="rect">
            <a:avLst/>
          </a:prstGeom>
          <a:noFill/>
          <a:ln w="0">
            <a:noFill/>
          </a:ln>
        </p:spPr>
        <p:txBody>
          <a:bodyPr lIns="91440" tIns="91440" rIns="91440" bIns="91440" anchor="t">
            <a:normAutofit fontScale="90000"/>
          </a:bodyPr>
          <a:lstStyle/>
          <a:p>
            <a:pPr>
              <a:lnSpc>
                <a:spcPct val="150000"/>
              </a:lnSpc>
            </a:pPr>
            <a:r>
              <a:rPr lang="en-US" sz="2800" b="1" dirty="0">
                <a:latin typeface="Karla" pitchFamily="2" charset="0"/>
              </a:rPr>
              <a:t>Challenges Identified :</a:t>
            </a:r>
            <a:br>
              <a:rPr lang="en-US" sz="2800" b="1" dirty="0">
                <a:latin typeface="Karla" pitchFamily="2" charset="0"/>
              </a:rPr>
            </a:br>
            <a:r>
              <a:rPr lang="en-US" sz="2000" dirty="0">
                <a:latin typeface="Karla" pitchFamily="2" charset="0"/>
              </a:rPr>
              <a:t>A significant number of </a:t>
            </a:r>
            <a:r>
              <a:rPr lang="en-US" sz="2000" b="1" dirty="0">
                <a:latin typeface="Karla" pitchFamily="2" charset="0"/>
              </a:rPr>
              <a:t>appointment cancellations</a:t>
            </a:r>
            <a:r>
              <a:rPr lang="en-US" sz="2000" dirty="0">
                <a:latin typeface="Karla" pitchFamily="2" charset="0"/>
              </a:rPr>
              <a:t> affects hospital scheduling efficiency.</a:t>
            </a:r>
            <a:br>
              <a:rPr lang="en-US" sz="2000" dirty="0">
                <a:latin typeface="Karla" pitchFamily="2" charset="0"/>
              </a:rPr>
            </a:br>
            <a:r>
              <a:rPr lang="en-US" sz="2000" dirty="0">
                <a:latin typeface="Karla" pitchFamily="2" charset="0"/>
              </a:rPr>
              <a:t>Uneven patient distribution across departments may lead to resource imbalance.</a:t>
            </a:r>
            <a:br>
              <a:rPr lang="en-US" sz="2000" dirty="0">
                <a:latin typeface="Karla" pitchFamily="2" charset="0"/>
              </a:rPr>
            </a:br>
            <a:r>
              <a:rPr lang="en-US" sz="2000" dirty="0">
                <a:latin typeface="Karla" pitchFamily="2" charset="0"/>
              </a:rPr>
              <a:t>Managing follow-up visits efficiently can be challenging without proper scheduling systems.</a:t>
            </a:r>
            <a:br>
              <a:rPr lang="en-US" sz="2000" dirty="0">
                <a:latin typeface="Karla" pitchFamily="2" charset="0"/>
              </a:rPr>
            </a:br>
            <a:r>
              <a:rPr lang="en-US" sz="2000" dirty="0">
                <a:latin typeface="Karla" pitchFamily="2" charset="0"/>
              </a:rPr>
              <a:t>Handling large volumes of healthcare data requires effective data management systems.</a:t>
            </a:r>
            <a:br>
              <a:rPr lang="en-US" sz="2800" dirty="0">
                <a:latin typeface="Karla" pitchFamily="2" charset="0"/>
              </a:rPr>
            </a:br>
            <a:endParaRPr lang="fr-FR" sz="2800" b="0" u="none" strike="noStrike" dirty="0">
              <a:solidFill>
                <a:schemeClr val="dk1"/>
              </a:solidFill>
              <a:effectLst/>
              <a:uFillTx/>
              <a:latin typeface="Karla" pitchFamily="2" charset="0"/>
            </a:endParaRPr>
          </a:p>
        </p:txBody>
      </p:sp>
    </p:spTree>
    <p:extLst>
      <p:ext uri="{BB962C8B-B14F-4D97-AF65-F5344CB8AC3E}">
        <p14:creationId xmlns:p14="http://schemas.microsoft.com/office/powerpoint/2010/main" val="2959864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D9447-9B3F-C146-A0D5-458603BD0525}"/>
            </a:ext>
          </a:extLst>
        </p:cNvPr>
        <p:cNvGrpSpPr/>
        <p:nvPr/>
      </p:nvGrpSpPr>
      <p:grpSpPr>
        <a:xfrm>
          <a:off x="0" y="0"/>
          <a:ext cx="0" cy="0"/>
          <a:chOff x="0" y="0"/>
          <a:chExt cx="0" cy="0"/>
        </a:xfrm>
      </p:grpSpPr>
      <p:sp>
        <p:nvSpPr>
          <p:cNvPr id="6" name="PlaceHolder 2">
            <a:extLst>
              <a:ext uri="{FF2B5EF4-FFF2-40B4-BE49-F238E27FC236}">
                <a16:creationId xmlns:a16="http://schemas.microsoft.com/office/drawing/2014/main" id="{4EE1AAA1-BAB4-9381-3C28-CFB44C563B8C}"/>
              </a:ext>
            </a:extLst>
          </p:cNvPr>
          <p:cNvSpPr>
            <a:spLocks noGrp="1"/>
          </p:cNvSpPr>
          <p:nvPr>
            <p:ph type="title"/>
          </p:nvPr>
        </p:nvSpPr>
        <p:spPr>
          <a:xfrm>
            <a:off x="776219" y="365080"/>
            <a:ext cx="7591562" cy="4240785"/>
          </a:xfrm>
          <a:prstGeom prst="rect">
            <a:avLst/>
          </a:prstGeom>
          <a:noFill/>
          <a:ln w="0">
            <a:noFill/>
          </a:ln>
        </p:spPr>
        <p:txBody>
          <a:bodyPr lIns="91440" tIns="91440" rIns="91440" bIns="91440" anchor="t">
            <a:normAutofit fontScale="90000"/>
          </a:bodyPr>
          <a:lstStyle/>
          <a:p>
            <a:pPr>
              <a:lnSpc>
                <a:spcPct val="150000"/>
              </a:lnSpc>
            </a:pPr>
            <a:r>
              <a:rPr lang="en-US" sz="2200" b="1" dirty="0">
                <a:latin typeface="Karla" pitchFamily="2" charset="0"/>
              </a:rPr>
              <a:t>Future Recommendations : </a:t>
            </a:r>
            <a:br>
              <a:rPr lang="en-US" sz="2200" b="1" dirty="0">
                <a:latin typeface="Karla" pitchFamily="2" charset="0"/>
              </a:rPr>
            </a:br>
            <a:r>
              <a:rPr lang="en-US" sz="2200" dirty="0">
                <a:latin typeface="Karla" pitchFamily="2" charset="0"/>
              </a:rPr>
              <a:t>Implement advanced scheduling systems to reduce appointment cancellations.</a:t>
            </a:r>
            <a:br>
              <a:rPr lang="en-US" sz="2200" dirty="0">
                <a:latin typeface="Karla" pitchFamily="2" charset="0"/>
              </a:rPr>
            </a:br>
            <a:r>
              <a:rPr lang="en-US" sz="2200" dirty="0">
                <a:latin typeface="Karla" pitchFamily="2" charset="0"/>
              </a:rPr>
              <a:t>Use hospital data analytics to optimize resource allocation across departments.</a:t>
            </a:r>
            <a:br>
              <a:rPr lang="en-US" sz="2200" dirty="0">
                <a:latin typeface="Karla" pitchFamily="2" charset="0"/>
              </a:rPr>
            </a:br>
            <a:r>
              <a:rPr lang="en-US" sz="2200" dirty="0">
                <a:latin typeface="Karla" pitchFamily="2" charset="0"/>
              </a:rPr>
              <a:t>Improve patient follow-up tracking for better treatment outcomes.</a:t>
            </a:r>
            <a:br>
              <a:rPr lang="en-US" sz="2200" dirty="0">
                <a:latin typeface="Karla" pitchFamily="2" charset="0"/>
              </a:rPr>
            </a:br>
            <a:r>
              <a:rPr lang="en-US" sz="2200" dirty="0">
                <a:latin typeface="Karla" pitchFamily="2" charset="0"/>
              </a:rPr>
              <a:t>Expand data-driven decision-making using digital systems like </a:t>
            </a:r>
            <a:r>
              <a:rPr lang="en-US" sz="2200" b="1" dirty="0">
                <a:latin typeface="Karla" pitchFamily="2" charset="0"/>
              </a:rPr>
              <a:t>Electronic Medical Record</a:t>
            </a:r>
            <a:r>
              <a:rPr lang="en-US" sz="2200" dirty="0">
                <a:latin typeface="Karla" pitchFamily="2" charset="0"/>
              </a:rPr>
              <a:t>.</a:t>
            </a:r>
            <a:br>
              <a:rPr lang="en-US" sz="2800" dirty="0"/>
            </a:br>
            <a:endParaRPr lang="fr-FR" sz="2800" b="0" u="none" strike="noStrike" dirty="0">
              <a:solidFill>
                <a:schemeClr val="dk1"/>
              </a:solidFill>
              <a:effectLst/>
              <a:uFillTx/>
              <a:latin typeface="Arial"/>
            </a:endParaRPr>
          </a:p>
        </p:txBody>
      </p:sp>
    </p:spTree>
    <p:extLst>
      <p:ext uri="{BB962C8B-B14F-4D97-AF65-F5344CB8AC3E}">
        <p14:creationId xmlns:p14="http://schemas.microsoft.com/office/powerpoint/2010/main" val="18077171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p:cNvSpPr>
          <p:nvPr>
            <p:ph type="subTitle"/>
          </p:nvPr>
        </p:nvSpPr>
        <p:spPr>
          <a:xfrm>
            <a:off x="796807" y="1305431"/>
            <a:ext cx="7549665" cy="3127776"/>
          </a:xfrm>
          <a:prstGeom prst="rect">
            <a:avLst/>
          </a:prstGeom>
          <a:noFill/>
          <a:ln w="0">
            <a:noFill/>
          </a:ln>
        </p:spPr>
        <p:txBody>
          <a:bodyPr lIns="91440" tIns="91440" rIns="91440" bIns="91440" anchor="t">
            <a:normAutofit fontScale="25000" lnSpcReduction="20000"/>
          </a:bodyPr>
          <a:lstStyle/>
          <a:p>
            <a:pPr algn="just"/>
            <a:r>
              <a:rPr lang="en-US" sz="8000" dirty="0">
                <a:latin typeface="Karla" pitchFamily="2" charset="0"/>
              </a:rPr>
              <a:t>The Hospital Management Analysis project demonstrates how healthcare data can be used to understand patient trends, hospital operations, and service demand. The analysis highlights patterns in patient visits, common diagnoses, follow-up requirements, and department workload.</a:t>
            </a:r>
          </a:p>
          <a:p>
            <a:pPr algn="just"/>
            <a:endParaRPr lang="en-US" sz="8000" dirty="0">
              <a:latin typeface="Karla" pitchFamily="2" charset="0"/>
            </a:endParaRPr>
          </a:p>
          <a:p>
            <a:pPr algn="just"/>
            <a:r>
              <a:rPr lang="en-US" sz="8000" dirty="0">
                <a:latin typeface="Karla" pitchFamily="2" charset="0"/>
              </a:rPr>
              <a:t>The insights generated from the dataset help identify areas where hospitals can improve operational efficiency, manage patient flow more effectively, and enhance overall healthcare service delivery.</a:t>
            </a:r>
          </a:p>
          <a:p>
            <a:pPr algn="just"/>
            <a:endParaRPr lang="en-US" sz="8000" dirty="0">
              <a:latin typeface="Karla" pitchFamily="2" charset="0"/>
            </a:endParaRPr>
          </a:p>
          <a:p>
            <a:pPr algn="just"/>
            <a:r>
              <a:rPr lang="en-US" sz="8000" dirty="0">
                <a:latin typeface="Karla" pitchFamily="2" charset="0"/>
              </a:rPr>
              <a:t>By leveraging data-driven insights and digital systems like </a:t>
            </a:r>
            <a:r>
              <a:rPr lang="en-US" sz="8000" b="1" dirty="0">
                <a:latin typeface="Karla" pitchFamily="2" charset="0"/>
              </a:rPr>
              <a:t>Electronic Medical Record</a:t>
            </a:r>
            <a:r>
              <a:rPr lang="en-US" sz="8000" dirty="0">
                <a:latin typeface="Karla" pitchFamily="2" charset="0"/>
              </a:rPr>
              <a:t>, hospitals can make better strategic decisions and provide improved patient care.</a:t>
            </a:r>
          </a:p>
          <a:p>
            <a:pPr marL="457200" indent="-333360">
              <a:lnSpc>
                <a:spcPct val="150000"/>
              </a:lnSpc>
              <a:tabLst>
                <a:tab pos="0" algn="l"/>
              </a:tabLst>
            </a:pPr>
            <a:endParaRPr lang="en-US" sz="1600" b="0" u="none" strike="noStrike" dirty="0">
              <a:solidFill>
                <a:srgbClr val="000000"/>
              </a:solidFill>
              <a:effectLst/>
              <a:uFillTx/>
              <a:latin typeface="OpenSymbol"/>
            </a:endParaRPr>
          </a:p>
        </p:txBody>
      </p:sp>
      <p:sp>
        <p:nvSpPr>
          <p:cNvPr id="388" name="PlaceHolder 2"/>
          <p:cNvSpPr>
            <a:spLocks noGrp="1"/>
          </p:cNvSpPr>
          <p:nvPr>
            <p:ph type="title"/>
          </p:nvPr>
        </p:nvSpPr>
        <p:spPr>
          <a:xfrm>
            <a:off x="714240" y="542880"/>
            <a:ext cx="7714800" cy="571320"/>
          </a:xfrm>
          <a:prstGeom prst="rect">
            <a:avLst/>
          </a:prstGeom>
          <a:noFill/>
          <a:ln w="0">
            <a:noFill/>
          </a:ln>
        </p:spPr>
        <p:txBody>
          <a:bodyPr lIns="91440" tIns="91440" rIns="91440" bIns="91440" anchor="t">
            <a:noAutofit/>
          </a:bodyPr>
          <a:lstStyle/>
          <a:p>
            <a:pPr indent="0" algn="ctr">
              <a:lnSpc>
                <a:spcPct val="100000"/>
              </a:lnSpc>
              <a:buNone/>
              <a:tabLst>
                <a:tab pos="0" algn="l"/>
              </a:tabLst>
            </a:pPr>
            <a:r>
              <a:rPr lang="en-US" sz="3200" b="0" u="none" strike="noStrike" dirty="0">
                <a:solidFill>
                  <a:schemeClr val="dk1"/>
                </a:solidFill>
                <a:effectLst/>
                <a:uFillTx/>
                <a:latin typeface="DM Serif Display"/>
                <a:ea typeface="DM Serif Display"/>
              </a:rPr>
              <a:t>Conclusion</a:t>
            </a:r>
            <a:endParaRPr lang="fr-FR" sz="3200" b="0" u="none" strike="noStrike" dirty="0">
              <a:solidFill>
                <a:schemeClr val="dk1"/>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82880-C4C7-D862-0610-CCD684D8AD88}"/>
            </a:ext>
          </a:extLst>
        </p:cNvPr>
        <p:cNvGrpSpPr/>
        <p:nvPr/>
      </p:nvGrpSpPr>
      <p:grpSpPr>
        <a:xfrm>
          <a:off x="0" y="0"/>
          <a:ext cx="0" cy="0"/>
          <a:chOff x="0" y="0"/>
          <a:chExt cx="0" cy="0"/>
        </a:xfrm>
      </p:grpSpPr>
      <p:sp>
        <p:nvSpPr>
          <p:cNvPr id="357" name="PlaceHolder 1">
            <a:extLst>
              <a:ext uri="{FF2B5EF4-FFF2-40B4-BE49-F238E27FC236}">
                <a16:creationId xmlns:a16="http://schemas.microsoft.com/office/drawing/2014/main" id="{586C13E5-7019-40C9-6F54-6BCD45E27A6D}"/>
              </a:ext>
            </a:extLst>
          </p:cNvPr>
          <p:cNvSpPr>
            <a:spLocks noGrp="1"/>
          </p:cNvSpPr>
          <p:nvPr>
            <p:ph type="title"/>
          </p:nvPr>
        </p:nvSpPr>
        <p:spPr>
          <a:xfrm>
            <a:off x="1138827" y="2571750"/>
            <a:ext cx="7238520" cy="1809360"/>
          </a:xfrm>
          <a:prstGeom prst="rect">
            <a:avLst/>
          </a:prstGeom>
          <a:noFill/>
          <a:ln w="0">
            <a:noFill/>
          </a:ln>
        </p:spPr>
        <p:txBody>
          <a:bodyPr lIns="91440" tIns="91440" rIns="91440" bIns="91440" anchor="t">
            <a:normAutofit/>
          </a:bodyPr>
          <a:lstStyle/>
          <a:p>
            <a:pPr indent="0" algn="ctr">
              <a:lnSpc>
                <a:spcPct val="100000"/>
              </a:lnSpc>
              <a:buNone/>
              <a:tabLst>
                <a:tab pos="0" algn="l"/>
              </a:tabLst>
            </a:pPr>
            <a:r>
              <a:rPr lang="en-US" sz="5200" dirty="0">
                <a:solidFill>
                  <a:schemeClr val="dk1"/>
                </a:solidFill>
                <a:latin typeface="DM Serif Display"/>
              </a:rPr>
              <a:t>THANK YOU</a:t>
            </a:r>
            <a:endParaRPr lang="fr-FR" sz="5200" b="0" u="none" strike="noStrike" dirty="0">
              <a:solidFill>
                <a:schemeClr val="dk1"/>
              </a:solidFill>
              <a:effectLst/>
              <a:uFillTx/>
              <a:latin typeface="Arial"/>
            </a:endParaRPr>
          </a:p>
        </p:txBody>
      </p:sp>
    </p:spTree>
    <p:extLst>
      <p:ext uri="{BB962C8B-B14F-4D97-AF65-F5344CB8AC3E}">
        <p14:creationId xmlns:p14="http://schemas.microsoft.com/office/powerpoint/2010/main" val="3070840321"/>
      </p:ext>
    </p:extLst>
  </p:cSld>
  <p:clrMapOvr>
    <a:masterClrMapping/>
  </p:clrMapOvr>
</p:sld>
</file>

<file path=ppt/theme/theme1.xml><?xml version="1.0" encoding="utf-8"?>
<a:theme xmlns:a="http://schemas.openxmlformats.org/drawingml/2006/main" name="Minimalist Hepatitis Clinical Case by Slidesgo">
  <a:themeElements>
    <a:clrScheme name="Simple Light">
      <a:dk1>
        <a:srgbClr val="000000"/>
      </a:dk1>
      <a:lt1>
        <a:srgbClr val="FFFFFF"/>
      </a:lt1>
      <a:dk2>
        <a:srgbClr val="06688E"/>
      </a:dk2>
      <a:lt2>
        <a:srgbClr val="FFFFFF"/>
      </a:lt2>
      <a:accent1>
        <a:srgbClr val="FFFFFF"/>
      </a:accent1>
      <a:accent2>
        <a:srgbClr val="FFFFFF"/>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260</TotalTime>
  <Words>877</Words>
  <Application>Microsoft Office PowerPoint</Application>
  <PresentationFormat>On-screen Show (16:9)</PresentationFormat>
  <Paragraphs>111</Paragraphs>
  <Slides>18</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18</vt:i4>
      </vt:variant>
    </vt:vector>
  </HeadingPairs>
  <TitlesOfParts>
    <vt:vector size="27" baseType="lpstr">
      <vt:lpstr>Arial</vt:lpstr>
      <vt:lpstr>Courier New</vt:lpstr>
      <vt:lpstr>DM Serif Display</vt:lpstr>
      <vt:lpstr>Karla</vt:lpstr>
      <vt:lpstr>OpenSymbol</vt:lpstr>
      <vt:lpstr>Symbol</vt:lpstr>
      <vt:lpstr>Wingdings</vt:lpstr>
      <vt:lpstr>Minimalist Hepatitis Clinical Case by Slidesgo</vt:lpstr>
      <vt:lpstr>Slidesgo Final Pages</vt:lpstr>
      <vt:lpstr>Hospital Management Analysis</vt:lpstr>
      <vt:lpstr>PowerPoint Presentation</vt:lpstr>
      <vt:lpstr>PowerPoint Presentation</vt:lpstr>
      <vt:lpstr>Project Overview</vt:lpstr>
      <vt:lpstr>1.Total Patients : 651 2.Total Doctors : 1,000 3.Total Visits : 651 4.Avg Age of Patients : 47 5.Top 5 Diagnosis Count : 651 6.Follow-Up Rate : 46.70% 7.Treatment Cost Per Visit(Avg) : 523.68 8.Total Lab Tests Conducted : 651 9.Percentage of Abnormal Lab Results : 30.41% 10.Doctor Workload(Avg Patients Per Doctor) : 1 </vt:lpstr>
      <vt:lpstr>PowerPoint Presentation</vt:lpstr>
      <vt:lpstr>PowerPoint Presentation</vt:lpstr>
      <vt:lpstr>PowerPoint Presentation</vt:lpstr>
      <vt:lpstr>PowerPoint Presentation</vt:lpstr>
      <vt:lpstr>Excel Dashboard :</vt:lpstr>
      <vt:lpstr>Tableau Dashboard</vt:lpstr>
      <vt:lpstr>PowerPoint Presentation</vt:lpstr>
      <vt:lpstr>Power BI Dashboard :</vt:lpstr>
      <vt:lpstr>SQL Queries</vt:lpstr>
      <vt:lpstr>Challenges Identified : A significant number of appointment cancellations affects hospital scheduling efficiency. Uneven patient distribution across departments may lead to resource imbalance. Managing follow-up visits efficiently can be challenging without proper scheduling systems. Handling large volumes of healthcare data requires effective data management systems. </vt:lpstr>
      <vt:lpstr>Future Recommendations :  Implement advanced scheduling systems to reduce appointment cancellations. Use hospital data analytics to optimize resource allocation across departments. Improve patient follow-up tracking for better treatment outcomes. Expand data-driven decision-making using digital systems like Electronic Medical Record. </vt:lpstr>
      <vt:lpstr>Conclusion</vt:lpstr>
      <vt:lpstr>THANK YOU</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Ganesh U S</cp:lastModifiedBy>
  <cp:revision>5</cp:revision>
  <dcterms:modified xsi:type="dcterms:W3CDTF">2026-03-08T04:38:50Z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2026-03-07T07:08:42Z</dcterms:created>
  <dc:creator>Unknown Creator</dc:creator>
  <dc:description/>
  <dc:language>en-US</dc:language>
  <cp:lastModifiedBy>Unknown Creator</cp:lastModifiedBy>
  <dcterms:modified xsi:type="dcterms:W3CDTF">2026-03-07T07:08:42Z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